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3"/>
  </p:sldMasterIdLst>
  <p:notesMasterIdLst>
    <p:notesMasterId r:id="rId15"/>
  </p:notesMasterIdLst>
  <p:handoutMasterIdLst>
    <p:handoutMasterId r:id="rId16"/>
  </p:handoutMasterIdLst>
  <p:sldIdLst>
    <p:sldId id="398" r:id="rId4"/>
    <p:sldId id="407" r:id="rId5"/>
    <p:sldId id="16604486" r:id="rId6"/>
    <p:sldId id="16604487" r:id="rId7"/>
    <p:sldId id="16604488" r:id="rId8"/>
    <p:sldId id="410" r:id="rId9"/>
    <p:sldId id="16604489" r:id="rId10"/>
    <p:sldId id="16604490" r:id="rId11"/>
    <p:sldId id="16604503" r:id="rId12"/>
    <p:sldId id="16604501" r:id="rId13"/>
    <p:sldId id="1660449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49" userDrawn="1">
          <p15:clr>
            <a:srgbClr val="A4A3A4"/>
          </p15:clr>
        </p15:guide>
        <p15:guide id="5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6C80"/>
    <a:srgbClr val="CAA272"/>
    <a:srgbClr val="EADAC7"/>
    <a:srgbClr val="DDE7EF"/>
    <a:srgbClr val="211E1C"/>
    <a:srgbClr val="CBBDAC"/>
    <a:srgbClr val="23211E"/>
    <a:srgbClr val="135D49"/>
    <a:srgbClr val="C4C0BD"/>
    <a:srgbClr val="000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23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-84" y="600"/>
      </p:cViewPr>
      <p:guideLst>
        <p:guide orient="horz" pos="2131"/>
        <p:guide pos="3840"/>
        <p:guide pos="597"/>
        <p:guide pos="7049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用例数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2A73B8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C13A3A"/>
              </a:solidFill>
            </c:spPr>
          </c:dPt>
          <c:dPt>
            <c:idx val="2"/>
            <c:invertIfNegative val="0"/>
            <c:bubble3D val="0"/>
            <c:spPr>
              <a:solidFill>
                <a:srgbClr val="E9EDF2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通过</c:v>
                </c:pt>
                <c:pt idx="1">
                  <c:v>失败</c:v>
                </c:pt>
                <c:pt idx="2">
                  <c:v>未执行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29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 cap="flat" cmpd="sng" algn="ctr">
              <a:solidFill>
                <a:srgbClr val="D5DCE5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 val="autoZero"/>
        <c:crossBetween val="between"/>
        <c:majorUnit val="5"/>
      </c:valAx>
    </c:plotArea>
    <c:plotVisOnly val="1"/>
    <c:dispBlanksAs val="gap"/>
    <c:showDLblsOverMax val="0"/>
    <c:extLst>
      <c:ext uri="{0b15fc19-7d7d-44ad-8c2d-2c3a37ce22c3}">
        <chartProps xmlns="https://web.wps.cn/et/2018/main" chartId="{bde53007-d4b4-4860-bc28-94c23a9250ba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758B4-EA56-4028-8C3C-16FFB5649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9C7ED-C01E-439C-8306-BC17DB4E9F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 descr="D:\51PPT模板网\51pptmoban.com\图片.jpg"/>
          <p:cNvSpPr/>
          <p:nvPr userDrawn="1"/>
        </p:nvSpPr>
        <p:spPr>
          <a:xfrm flipH="1">
            <a:off x="5649464" y="5880368"/>
            <a:ext cx="6541738" cy="977633"/>
          </a:xfrm>
          <a:custGeom>
            <a:avLst/>
            <a:gdLst>
              <a:gd name="csX0" fmla="*/ 2585698 w 6541738"/>
              <a:gd name="csY0" fmla="*/ 463 h 977633"/>
              <a:gd name="csX1" fmla="*/ 0 w 6541738"/>
              <a:gd name="csY1" fmla="*/ 413074 h 977633"/>
              <a:gd name="csX2" fmla="*/ 5518459 w 6541738"/>
              <a:gd name="csY2" fmla="*/ 835035 h 977633"/>
              <a:gd name="csX3" fmla="*/ 5770737 w 6541738"/>
              <a:gd name="csY3" fmla="*/ 944492 h 977633"/>
              <a:gd name="csX4" fmla="*/ 5846204 w 6541738"/>
              <a:gd name="csY4" fmla="*/ 977633 h 977633"/>
              <a:gd name="csX5" fmla="*/ 6541738 w 6541738"/>
              <a:gd name="csY5" fmla="*/ 977633 h 977633"/>
              <a:gd name="csX6" fmla="*/ 6507133 w 6541738"/>
              <a:gd name="csY6" fmla="*/ 964561 h 977633"/>
              <a:gd name="csX7" fmla="*/ 4873306 w 6541738"/>
              <a:gd name="csY7" fmla="*/ 381305 h 977633"/>
              <a:gd name="csX8" fmla="*/ 2585698 w 6541738"/>
              <a:gd name="csY8" fmla="*/ 463 h 977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541738" h="977633">
                <a:moveTo>
                  <a:pt x="2585698" y="463"/>
                </a:moveTo>
                <a:cubicBezTo>
                  <a:pt x="1068919" y="-16033"/>
                  <a:pt x="0" y="413074"/>
                  <a:pt x="0" y="413074"/>
                </a:cubicBezTo>
                <a:cubicBezTo>
                  <a:pt x="0" y="413074"/>
                  <a:pt x="2496422" y="-466987"/>
                  <a:pt x="5518459" y="835035"/>
                </a:cubicBezTo>
                <a:cubicBezTo>
                  <a:pt x="5604800" y="872230"/>
                  <a:pt x="5688838" y="908720"/>
                  <a:pt x="5770737" y="944492"/>
                </a:cubicBezTo>
                <a:lnTo>
                  <a:pt x="5846204" y="977633"/>
                </a:lnTo>
                <a:lnTo>
                  <a:pt x="6541738" y="977633"/>
                </a:lnTo>
                <a:lnTo>
                  <a:pt x="6507133" y="964561"/>
                </a:lnTo>
                <a:cubicBezTo>
                  <a:pt x="6048709" y="792183"/>
                  <a:pt x="5516557" y="597025"/>
                  <a:pt x="4873306" y="381305"/>
                </a:cubicBezTo>
                <a:cubicBezTo>
                  <a:pt x="4057121" y="107526"/>
                  <a:pt x="3275143" y="7961"/>
                  <a:pt x="2585698" y="463"/>
                </a:cubicBezTo>
                <a:close/>
              </a:path>
            </a:pathLst>
          </a:custGeom>
          <a:solidFill>
            <a:srgbClr val="C4C0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任意多边形: 形状 4" descr="D:\51PPT模板网\51pptmoban.com\图片.jpg"/>
          <p:cNvSpPr/>
          <p:nvPr userDrawn="1"/>
        </p:nvSpPr>
        <p:spPr>
          <a:xfrm flipH="1">
            <a:off x="7204132" y="6276830"/>
            <a:ext cx="4987869" cy="581171"/>
          </a:xfrm>
          <a:custGeom>
            <a:avLst/>
            <a:gdLst>
              <a:gd name="csX0" fmla="*/ 2339665 w 4987869"/>
              <a:gd name="csY0" fmla="*/ 77 h 581171"/>
              <a:gd name="csX1" fmla="*/ 2979 w 4987869"/>
              <a:gd name="csY1" fmla="*/ 311491 h 581171"/>
              <a:gd name="csX2" fmla="*/ 2979 w 4987869"/>
              <a:gd name="csY2" fmla="*/ 438378 h 581171"/>
              <a:gd name="csX3" fmla="*/ 0 w 4987869"/>
              <a:gd name="csY3" fmla="*/ 441979 h 581171"/>
              <a:gd name="csX4" fmla="*/ 0 w 4987869"/>
              <a:gd name="csY4" fmla="*/ 581171 h 581171"/>
              <a:gd name="csX5" fmla="*/ 4987869 w 4987869"/>
              <a:gd name="csY5" fmla="*/ 581171 h 581171"/>
              <a:gd name="csX6" fmla="*/ 4903240 w 4987869"/>
              <a:gd name="csY6" fmla="*/ 547012 h 581171"/>
              <a:gd name="csX7" fmla="*/ 2944200 w 4987869"/>
              <a:gd name="csY7" fmla="*/ 24161 h 581171"/>
              <a:gd name="csX8" fmla="*/ 2339665 w 4987869"/>
              <a:gd name="csY8" fmla="*/ 77 h 5811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87869" h="581171">
                <a:moveTo>
                  <a:pt x="2339665" y="77"/>
                </a:moveTo>
                <a:cubicBezTo>
                  <a:pt x="979773" y="-5644"/>
                  <a:pt x="2979" y="311491"/>
                  <a:pt x="2979" y="311491"/>
                </a:cubicBezTo>
                <a:lnTo>
                  <a:pt x="2979" y="438378"/>
                </a:lnTo>
                <a:lnTo>
                  <a:pt x="0" y="441979"/>
                </a:lnTo>
                <a:lnTo>
                  <a:pt x="0" y="581171"/>
                </a:lnTo>
                <a:lnTo>
                  <a:pt x="4987869" y="581171"/>
                </a:lnTo>
                <a:lnTo>
                  <a:pt x="4903240" y="547012"/>
                </a:lnTo>
                <a:cubicBezTo>
                  <a:pt x="4222966" y="279665"/>
                  <a:pt x="3568727" y="71744"/>
                  <a:pt x="2944200" y="24161"/>
                </a:cubicBezTo>
                <a:cubicBezTo>
                  <a:pt x="2736024" y="8300"/>
                  <a:pt x="2533935" y="894"/>
                  <a:pt x="2339665" y="77"/>
                </a:cubicBezTo>
                <a:close/>
              </a:path>
            </a:pathLst>
          </a:custGeom>
          <a:solidFill>
            <a:srgbClr val="656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任意多边形: 形状 6"/>
          <p:cNvSpPr/>
          <p:nvPr userDrawn="1"/>
        </p:nvSpPr>
        <p:spPr>
          <a:xfrm flipH="1">
            <a:off x="0" y="361666"/>
            <a:ext cx="5142719" cy="684286"/>
          </a:xfrm>
          <a:custGeom>
            <a:avLst/>
            <a:gdLst>
              <a:gd name="csX0" fmla="*/ 2585698 w 5142719"/>
              <a:gd name="csY0" fmla="*/ 463 h 684286"/>
              <a:gd name="csX1" fmla="*/ 0 w 5142719"/>
              <a:gd name="csY1" fmla="*/ 413074 h 684286"/>
              <a:gd name="csX2" fmla="*/ 4958467 w 5142719"/>
              <a:gd name="csY2" fmla="*/ 615730 h 684286"/>
              <a:gd name="csX3" fmla="*/ 5142719 w 5142719"/>
              <a:gd name="csY3" fmla="*/ 684286 h 684286"/>
              <a:gd name="csX4" fmla="*/ 5142719 w 5142719"/>
              <a:gd name="csY4" fmla="*/ 473205 h 684286"/>
              <a:gd name="csX5" fmla="*/ 4873306 w 5142719"/>
              <a:gd name="csY5" fmla="*/ 381304 h 684286"/>
              <a:gd name="csX6" fmla="*/ 2585698 w 5142719"/>
              <a:gd name="csY6" fmla="*/ 463 h 684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42719" h="684286">
                <a:moveTo>
                  <a:pt x="2585698" y="463"/>
                </a:moveTo>
                <a:cubicBezTo>
                  <a:pt x="1068919" y="-16033"/>
                  <a:pt x="0" y="413074"/>
                  <a:pt x="0" y="413074"/>
                </a:cubicBezTo>
                <a:cubicBezTo>
                  <a:pt x="0" y="413074"/>
                  <a:pt x="2194121" y="-360417"/>
                  <a:pt x="4958467" y="615730"/>
                </a:cubicBezTo>
                <a:lnTo>
                  <a:pt x="5142719" y="684286"/>
                </a:lnTo>
                <a:lnTo>
                  <a:pt x="5142719" y="473205"/>
                </a:lnTo>
                <a:lnTo>
                  <a:pt x="4873306" y="381304"/>
                </a:lnTo>
                <a:cubicBezTo>
                  <a:pt x="4057121" y="107525"/>
                  <a:pt x="3275143" y="7961"/>
                  <a:pt x="2585698" y="463"/>
                </a:cubicBezTo>
                <a:close/>
              </a:path>
            </a:pathLst>
          </a:custGeom>
          <a:solidFill>
            <a:srgbClr val="DDE7E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 userDrawn="1"/>
        </p:nvGrpSpPr>
        <p:grpSpPr>
          <a:xfrm>
            <a:off x="2137297" y="6389289"/>
            <a:ext cx="7925402" cy="344241"/>
            <a:chOff x="2137297" y="2966921"/>
            <a:chExt cx="7925402" cy="344241"/>
          </a:xfrm>
        </p:grpSpPr>
        <p:sp>
          <p:nvSpPr>
            <p:cNvPr id="39" name="任意多边形: 形状 38"/>
            <p:cNvSpPr/>
            <p:nvPr/>
          </p:nvSpPr>
          <p:spPr>
            <a:xfrm>
              <a:off x="2137297" y="3021133"/>
              <a:ext cx="7925402" cy="290029"/>
            </a:xfrm>
            <a:custGeom>
              <a:avLst/>
              <a:gdLst>
                <a:gd name="csX0" fmla="*/ 0 w 7925402"/>
                <a:gd name="csY0" fmla="*/ 0 h 290029"/>
                <a:gd name="csX1" fmla="*/ 3471422 w 7925402"/>
                <a:gd name="csY1" fmla="*/ 0 h 290029"/>
                <a:gd name="csX2" fmla="*/ 3896055 w 7925402"/>
                <a:gd name="csY2" fmla="*/ 175889 h 290029"/>
                <a:gd name="csX3" fmla="*/ 3958703 w 7925402"/>
                <a:gd name="csY3" fmla="*/ 251819 h 290029"/>
                <a:gd name="csX4" fmla="*/ 4021352 w 7925402"/>
                <a:gd name="csY4" fmla="*/ 175889 h 290029"/>
                <a:gd name="csX5" fmla="*/ 4445984 w 7925402"/>
                <a:gd name="csY5" fmla="*/ 0 h 290029"/>
                <a:gd name="csX6" fmla="*/ 7925402 w 7925402"/>
                <a:gd name="csY6" fmla="*/ 0 h 290029"/>
                <a:gd name="csX7" fmla="*/ 7896563 w 7925402"/>
                <a:gd name="csY7" fmla="*/ 29275 h 290029"/>
                <a:gd name="csX8" fmla="*/ 7889413 w 7925402"/>
                <a:gd name="csY8" fmla="*/ 38210 h 290029"/>
                <a:gd name="csX9" fmla="*/ 4431720 w 7925402"/>
                <a:gd name="csY9" fmla="*/ 38210 h 290029"/>
                <a:gd name="csX10" fmla="*/ 4019518 w 7925402"/>
                <a:gd name="csY10" fmla="*/ 214099 h 290029"/>
                <a:gd name="csX11" fmla="*/ 3958703 w 7925402"/>
                <a:gd name="csY11" fmla="*/ 290029 h 290029"/>
                <a:gd name="csX12" fmla="*/ 3897889 w 7925402"/>
                <a:gd name="csY12" fmla="*/ 214099 h 290029"/>
                <a:gd name="csX13" fmla="*/ 3485686 w 7925402"/>
                <a:gd name="csY13" fmla="*/ 38210 h 290029"/>
                <a:gd name="csX14" fmla="*/ 35990 w 7925402"/>
                <a:gd name="csY14" fmla="*/ 38210 h 290029"/>
                <a:gd name="csX15" fmla="*/ 28839 w 7925402"/>
                <a:gd name="csY15" fmla="*/ 29275 h 2900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925402" h="290029">
                  <a:moveTo>
                    <a:pt x="0" y="0"/>
                  </a:moveTo>
                  <a:lnTo>
                    <a:pt x="3471422" y="0"/>
                  </a:lnTo>
                  <a:cubicBezTo>
                    <a:pt x="3637251" y="0"/>
                    <a:pt x="3787382" y="67216"/>
                    <a:pt x="3896055" y="175889"/>
                  </a:cubicBezTo>
                  <a:lnTo>
                    <a:pt x="3958703" y="251819"/>
                  </a:lnTo>
                  <a:lnTo>
                    <a:pt x="4021352" y="175889"/>
                  </a:lnTo>
                  <a:cubicBezTo>
                    <a:pt x="4130025" y="67216"/>
                    <a:pt x="4280155" y="0"/>
                    <a:pt x="4445984" y="0"/>
                  </a:cubicBezTo>
                  <a:lnTo>
                    <a:pt x="7925402" y="0"/>
                  </a:lnTo>
                  <a:lnTo>
                    <a:pt x="7896563" y="29275"/>
                  </a:lnTo>
                  <a:lnTo>
                    <a:pt x="7889413" y="38210"/>
                  </a:lnTo>
                  <a:lnTo>
                    <a:pt x="4431720" y="38210"/>
                  </a:lnTo>
                  <a:cubicBezTo>
                    <a:pt x="4270745" y="38210"/>
                    <a:pt x="4125010" y="105426"/>
                    <a:pt x="4019518" y="214099"/>
                  </a:cubicBezTo>
                  <a:lnTo>
                    <a:pt x="3958703" y="290029"/>
                  </a:lnTo>
                  <a:lnTo>
                    <a:pt x="3897889" y="214099"/>
                  </a:lnTo>
                  <a:cubicBezTo>
                    <a:pt x="3792397" y="105426"/>
                    <a:pt x="3646661" y="38210"/>
                    <a:pt x="3485686" y="38210"/>
                  </a:cubicBezTo>
                  <a:lnTo>
                    <a:pt x="35990" y="38210"/>
                  </a:lnTo>
                  <a:lnTo>
                    <a:pt x="28839" y="29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 flipV="1">
              <a:off x="3073704" y="2966921"/>
              <a:ext cx="6052588" cy="221494"/>
            </a:xfrm>
            <a:custGeom>
              <a:avLst/>
              <a:gdLst>
                <a:gd name="csX0" fmla="*/ 0 w 7925402"/>
                <a:gd name="csY0" fmla="*/ 0 h 290029"/>
                <a:gd name="csX1" fmla="*/ 3471422 w 7925402"/>
                <a:gd name="csY1" fmla="*/ 0 h 290029"/>
                <a:gd name="csX2" fmla="*/ 3896055 w 7925402"/>
                <a:gd name="csY2" fmla="*/ 175889 h 290029"/>
                <a:gd name="csX3" fmla="*/ 3958703 w 7925402"/>
                <a:gd name="csY3" fmla="*/ 251819 h 290029"/>
                <a:gd name="csX4" fmla="*/ 4021352 w 7925402"/>
                <a:gd name="csY4" fmla="*/ 175889 h 290029"/>
                <a:gd name="csX5" fmla="*/ 4445984 w 7925402"/>
                <a:gd name="csY5" fmla="*/ 0 h 290029"/>
                <a:gd name="csX6" fmla="*/ 7925402 w 7925402"/>
                <a:gd name="csY6" fmla="*/ 0 h 290029"/>
                <a:gd name="csX7" fmla="*/ 7896563 w 7925402"/>
                <a:gd name="csY7" fmla="*/ 29275 h 290029"/>
                <a:gd name="csX8" fmla="*/ 7889413 w 7925402"/>
                <a:gd name="csY8" fmla="*/ 38210 h 290029"/>
                <a:gd name="csX9" fmla="*/ 4431720 w 7925402"/>
                <a:gd name="csY9" fmla="*/ 38210 h 290029"/>
                <a:gd name="csX10" fmla="*/ 4019518 w 7925402"/>
                <a:gd name="csY10" fmla="*/ 214099 h 290029"/>
                <a:gd name="csX11" fmla="*/ 3958703 w 7925402"/>
                <a:gd name="csY11" fmla="*/ 290029 h 290029"/>
                <a:gd name="csX12" fmla="*/ 3897889 w 7925402"/>
                <a:gd name="csY12" fmla="*/ 214099 h 290029"/>
                <a:gd name="csX13" fmla="*/ 3485686 w 7925402"/>
                <a:gd name="csY13" fmla="*/ 38210 h 290029"/>
                <a:gd name="csX14" fmla="*/ 35990 w 7925402"/>
                <a:gd name="csY14" fmla="*/ 38210 h 290029"/>
                <a:gd name="csX15" fmla="*/ 28839 w 7925402"/>
                <a:gd name="csY15" fmla="*/ 29275 h 2900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925402" h="290029">
                  <a:moveTo>
                    <a:pt x="0" y="0"/>
                  </a:moveTo>
                  <a:lnTo>
                    <a:pt x="3471422" y="0"/>
                  </a:lnTo>
                  <a:cubicBezTo>
                    <a:pt x="3637251" y="0"/>
                    <a:pt x="3787382" y="67216"/>
                    <a:pt x="3896055" y="175889"/>
                  </a:cubicBezTo>
                  <a:lnTo>
                    <a:pt x="3958703" y="251819"/>
                  </a:lnTo>
                  <a:lnTo>
                    <a:pt x="4021352" y="175889"/>
                  </a:lnTo>
                  <a:cubicBezTo>
                    <a:pt x="4130025" y="67216"/>
                    <a:pt x="4280155" y="0"/>
                    <a:pt x="4445984" y="0"/>
                  </a:cubicBezTo>
                  <a:lnTo>
                    <a:pt x="7925402" y="0"/>
                  </a:lnTo>
                  <a:lnTo>
                    <a:pt x="7896563" y="29275"/>
                  </a:lnTo>
                  <a:lnTo>
                    <a:pt x="7889413" y="38210"/>
                  </a:lnTo>
                  <a:lnTo>
                    <a:pt x="4431720" y="38210"/>
                  </a:lnTo>
                  <a:cubicBezTo>
                    <a:pt x="4270745" y="38210"/>
                    <a:pt x="4125010" y="105426"/>
                    <a:pt x="4019518" y="214099"/>
                  </a:cubicBezTo>
                  <a:lnTo>
                    <a:pt x="3958703" y="290029"/>
                  </a:lnTo>
                  <a:lnTo>
                    <a:pt x="3897889" y="214099"/>
                  </a:lnTo>
                  <a:cubicBezTo>
                    <a:pt x="3792397" y="105426"/>
                    <a:pt x="3646661" y="38210"/>
                    <a:pt x="3485686" y="38210"/>
                  </a:cubicBezTo>
                  <a:lnTo>
                    <a:pt x="35990" y="38210"/>
                  </a:lnTo>
                  <a:lnTo>
                    <a:pt x="28839" y="29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38332" y="5175935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唯一访问网址：www.51pptmoban.com。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 descr="D:\51PPT模板网\51pptmoban.com\图片.jpg"/>
          <p:cNvSpPr/>
          <p:nvPr userDrawn="1"/>
        </p:nvSpPr>
        <p:spPr>
          <a:xfrm flipH="1">
            <a:off x="5649464" y="5880368"/>
            <a:ext cx="6541738" cy="977633"/>
          </a:xfrm>
          <a:custGeom>
            <a:avLst/>
            <a:gdLst>
              <a:gd name="csX0" fmla="*/ 2585698 w 6541738"/>
              <a:gd name="csY0" fmla="*/ 463 h 977633"/>
              <a:gd name="csX1" fmla="*/ 0 w 6541738"/>
              <a:gd name="csY1" fmla="*/ 413074 h 977633"/>
              <a:gd name="csX2" fmla="*/ 5518459 w 6541738"/>
              <a:gd name="csY2" fmla="*/ 835035 h 977633"/>
              <a:gd name="csX3" fmla="*/ 5770737 w 6541738"/>
              <a:gd name="csY3" fmla="*/ 944492 h 977633"/>
              <a:gd name="csX4" fmla="*/ 5846204 w 6541738"/>
              <a:gd name="csY4" fmla="*/ 977633 h 977633"/>
              <a:gd name="csX5" fmla="*/ 6541738 w 6541738"/>
              <a:gd name="csY5" fmla="*/ 977633 h 977633"/>
              <a:gd name="csX6" fmla="*/ 6507133 w 6541738"/>
              <a:gd name="csY6" fmla="*/ 964561 h 977633"/>
              <a:gd name="csX7" fmla="*/ 4873306 w 6541738"/>
              <a:gd name="csY7" fmla="*/ 381305 h 977633"/>
              <a:gd name="csX8" fmla="*/ 2585698 w 6541738"/>
              <a:gd name="csY8" fmla="*/ 463 h 977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541738" h="977633">
                <a:moveTo>
                  <a:pt x="2585698" y="463"/>
                </a:moveTo>
                <a:cubicBezTo>
                  <a:pt x="1068919" y="-16033"/>
                  <a:pt x="0" y="413074"/>
                  <a:pt x="0" y="413074"/>
                </a:cubicBezTo>
                <a:cubicBezTo>
                  <a:pt x="0" y="413074"/>
                  <a:pt x="2496422" y="-466987"/>
                  <a:pt x="5518459" y="835035"/>
                </a:cubicBezTo>
                <a:cubicBezTo>
                  <a:pt x="5604800" y="872230"/>
                  <a:pt x="5688838" y="908720"/>
                  <a:pt x="5770737" y="944492"/>
                </a:cubicBezTo>
                <a:lnTo>
                  <a:pt x="5846204" y="977633"/>
                </a:lnTo>
                <a:lnTo>
                  <a:pt x="6541738" y="977633"/>
                </a:lnTo>
                <a:lnTo>
                  <a:pt x="6507133" y="964561"/>
                </a:lnTo>
                <a:cubicBezTo>
                  <a:pt x="6048709" y="792183"/>
                  <a:pt x="5516557" y="597025"/>
                  <a:pt x="4873306" y="381305"/>
                </a:cubicBezTo>
                <a:cubicBezTo>
                  <a:pt x="4057121" y="107526"/>
                  <a:pt x="3275143" y="7961"/>
                  <a:pt x="2585698" y="463"/>
                </a:cubicBezTo>
                <a:close/>
              </a:path>
            </a:pathLst>
          </a:custGeom>
          <a:solidFill>
            <a:srgbClr val="C4C0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任意多边形: 形状 4" descr="D:\51PPT模板网\51pptmoban.com\图片.jpg"/>
          <p:cNvSpPr/>
          <p:nvPr userDrawn="1"/>
        </p:nvSpPr>
        <p:spPr>
          <a:xfrm flipH="1">
            <a:off x="7204132" y="6276830"/>
            <a:ext cx="4987869" cy="581171"/>
          </a:xfrm>
          <a:custGeom>
            <a:avLst/>
            <a:gdLst>
              <a:gd name="csX0" fmla="*/ 2339665 w 4987869"/>
              <a:gd name="csY0" fmla="*/ 77 h 581171"/>
              <a:gd name="csX1" fmla="*/ 2979 w 4987869"/>
              <a:gd name="csY1" fmla="*/ 311491 h 581171"/>
              <a:gd name="csX2" fmla="*/ 2979 w 4987869"/>
              <a:gd name="csY2" fmla="*/ 438378 h 581171"/>
              <a:gd name="csX3" fmla="*/ 0 w 4987869"/>
              <a:gd name="csY3" fmla="*/ 441979 h 581171"/>
              <a:gd name="csX4" fmla="*/ 0 w 4987869"/>
              <a:gd name="csY4" fmla="*/ 581171 h 581171"/>
              <a:gd name="csX5" fmla="*/ 4987869 w 4987869"/>
              <a:gd name="csY5" fmla="*/ 581171 h 581171"/>
              <a:gd name="csX6" fmla="*/ 4903240 w 4987869"/>
              <a:gd name="csY6" fmla="*/ 547012 h 581171"/>
              <a:gd name="csX7" fmla="*/ 2944200 w 4987869"/>
              <a:gd name="csY7" fmla="*/ 24161 h 581171"/>
              <a:gd name="csX8" fmla="*/ 2339665 w 4987869"/>
              <a:gd name="csY8" fmla="*/ 77 h 5811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87869" h="581171">
                <a:moveTo>
                  <a:pt x="2339665" y="77"/>
                </a:moveTo>
                <a:cubicBezTo>
                  <a:pt x="979773" y="-5644"/>
                  <a:pt x="2979" y="311491"/>
                  <a:pt x="2979" y="311491"/>
                </a:cubicBezTo>
                <a:lnTo>
                  <a:pt x="2979" y="438378"/>
                </a:lnTo>
                <a:lnTo>
                  <a:pt x="0" y="441979"/>
                </a:lnTo>
                <a:lnTo>
                  <a:pt x="0" y="581171"/>
                </a:lnTo>
                <a:lnTo>
                  <a:pt x="4987869" y="581171"/>
                </a:lnTo>
                <a:lnTo>
                  <a:pt x="4903240" y="547012"/>
                </a:lnTo>
                <a:cubicBezTo>
                  <a:pt x="4222966" y="279665"/>
                  <a:pt x="3568727" y="71744"/>
                  <a:pt x="2944200" y="24161"/>
                </a:cubicBezTo>
                <a:cubicBezTo>
                  <a:pt x="2736024" y="8300"/>
                  <a:pt x="2533935" y="894"/>
                  <a:pt x="2339665" y="77"/>
                </a:cubicBezTo>
                <a:close/>
              </a:path>
            </a:pathLst>
          </a:custGeom>
          <a:solidFill>
            <a:srgbClr val="656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任意多边形: 形状 6"/>
          <p:cNvSpPr/>
          <p:nvPr userDrawn="1"/>
        </p:nvSpPr>
        <p:spPr>
          <a:xfrm flipH="1">
            <a:off x="0" y="361666"/>
            <a:ext cx="5142719" cy="684286"/>
          </a:xfrm>
          <a:custGeom>
            <a:avLst/>
            <a:gdLst>
              <a:gd name="csX0" fmla="*/ 2585698 w 5142719"/>
              <a:gd name="csY0" fmla="*/ 463 h 684286"/>
              <a:gd name="csX1" fmla="*/ 0 w 5142719"/>
              <a:gd name="csY1" fmla="*/ 413074 h 684286"/>
              <a:gd name="csX2" fmla="*/ 4958467 w 5142719"/>
              <a:gd name="csY2" fmla="*/ 615730 h 684286"/>
              <a:gd name="csX3" fmla="*/ 5142719 w 5142719"/>
              <a:gd name="csY3" fmla="*/ 684286 h 684286"/>
              <a:gd name="csX4" fmla="*/ 5142719 w 5142719"/>
              <a:gd name="csY4" fmla="*/ 473205 h 684286"/>
              <a:gd name="csX5" fmla="*/ 4873306 w 5142719"/>
              <a:gd name="csY5" fmla="*/ 381304 h 684286"/>
              <a:gd name="csX6" fmla="*/ 2585698 w 5142719"/>
              <a:gd name="csY6" fmla="*/ 463 h 684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42719" h="684286">
                <a:moveTo>
                  <a:pt x="2585698" y="463"/>
                </a:moveTo>
                <a:cubicBezTo>
                  <a:pt x="1068919" y="-16033"/>
                  <a:pt x="0" y="413074"/>
                  <a:pt x="0" y="413074"/>
                </a:cubicBezTo>
                <a:cubicBezTo>
                  <a:pt x="0" y="413074"/>
                  <a:pt x="2194121" y="-360417"/>
                  <a:pt x="4958467" y="615730"/>
                </a:cubicBezTo>
                <a:lnTo>
                  <a:pt x="5142719" y="684286"/>
                </a:lnTo>
                <a:lnTo>
                  <a:pt x="5142719" y="473205"/>
                </a:lnTo>
                <a:lnTo>
                  <a:pt x="4873306" y="381304"/>
                </a:lnTo>
                <a:cubicBezTo>
                  <a:pt x="4057121" y="107525"/>
                  <a:pt x="3275143" y="7961"/>
                  <a:pt x="2585698" y="463"/>
                </a:cubicBezTo>
                <a:close/>
              </a:path>
            </a:pathLst>
          </a:custGeom>
          <a:solidFill>
            <a:srgbClr val="DDE7E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 userDrawn="1"/>
        </p:nvGrpSpPr>
        <p:grpSpPr>
          <a:xfrm>
            <a:off x="2137297" y="6389289"/>
            <a:ext cx="7925402" cy="344241"/>
            <a:chOff x="2137297" y="2966921"/>
            <a:chExt cx="7925402" cy="344241"/>
          </a:xfrm>
        </p:grpSpPr>
        <p:sp>
          <p:nvSpPr>
            <p:cNvPr id="39" name="任意多边形: 形状 38"/>
            <p:cNvSpPr/>
            <p:nvPr/>
          </p:nvSpPr>
          <p:spPr>
            <a:xfrm>
              <a:off x="2137297" y="3021133"/>
              <a:ext cx="7925402" cy="290029"/>
            </a:xfrm>
            <a:custGeom>
              <a:avLst/>
              <a:gdLst>
                <a:gd name="csX0" fmla="*/ 0 w 7925402"/>
                <a:gd name="csY0" fmla="*/ 0 h 290029"/>
                <a:gd name="csX1" fmla="*/ 3471422 w 7925402"/>
                <a:gd name="csY1" fmla="*/ 0 h 290029"/>
                <a:gd name="csX2" fmla="*/ 3896055 w 7925402"/>
                <a:gd name="csY2" fmla="*/ 175889 h 290029"/>
                <a:gd name="csX3" fmla="*/ 3958703 w 7925402"/>
                <a:gd name="csY3" fmla="*/ 251819 h 290029"/>
                <a:gd name="csX4" fmla="*/ 4021352 w 7925402"/>
                <a:gd name="csY4" fmla="*/ 175889 h 290029"/>
                <a:gd name="csX5" fmla="*/ 4445984 w 7925402"/>
                <a:gd name="csY5" fmla="*/ 0 h 290029"/>
                <a:gd name="csX6" fmla="*/ 7925402 w 7925402"/>
                <a:gd name="csY6" fmla="*/ 0 h 290029"/>
                <a:gd name="csX7" fmla="*/ 7896563 w 7925402"/>
                <a:gd name="csY7" fmla="*/ 29275 h 290029"/>
                <a:gd name="csX8" fmla="*/ 7889413 w 7925402"/>
                <a:gd name="csY8" fmla="*/ 38210 h 290029"/>
                <a:gd name="csX9" fmla="*/ 4431720 w 7925402"/>
                <a:gd name="csY9" fmla="*/ 38210 h 290029"/>
                <a:gd name="csX10" fmla="*/ 4019518 w 7925402"/>
                <a:gd name="csY10" fmla="*/ 214099 h 290029"/>
                <a:gd name="csX11" fmla="*/ 3958703 w 7925402"/>
                <a:gd name="csY11" fmla="*/ 290029 h 290029"/>
                <a:gd name="csX12" fmla="*/ 3897889 w 7925402"/>
                <a:gd name="csY12" fmla="*/ 214099 h 290029"/>
                <a:gd name="csX13" fmla="*/ 3485686 w 7925402"/>
                <a:gd name="csY13" fmla="*/ 38210 h 290029"/>
                <a:gd name="csX14" fmla="*/ 35990 w 7925402"/>
                <a:gd name="csY14" fmla="*/ 38210 h 290029"/>
                <a:gd name="csX15" fmla="*/ 28839 w 7925402"/>
                <a:gd name="csY15" fmla="*/ 29275 h 2900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925402" h="290029">
                  <a:moveTo>
                    <a:pt x="0" y="0"/>
                  </a:moveTo>
                  <a:lnTo>
                    <a:pt x="3471422" y="0"/>
                  </a:lnTo>
                  <a:cubicBezTo>
                    <a:pt x="3637251" y="0"/>
                    <a:pt x="3787382" y="67216"/>
                    <a:pt x="3896055" y="175889"/>
                  </a:cubicBezTo>
                  <a:lnTo>
                    <a:pt x="3958703" y="251819"/>
                  </a:lnTo>
                  <a:lnTo>
                    <a:pt x="4021352" y="175889"/>
                  </a:lnTo>
                  <a:cubicBezTo>
                    <a:pt x="4130025" y="67216"/>
                    <a:pt x="4280155" y="0"/>
                    <a:pt x="4445984" y="0"/>
                  </a:cubicBezTo>
                  <a:lnTo>
                    <a:pt x="7925402" y="0"/>
                  </a:lnTo>
                  <a:lnTo>
                    <a:pt x="7896563" y="29275"/>
                  </a:lnTo>
                  <a:lnTo>
                    <a:pt x="7889413" y="38210"/>
                  </a:lnTo>
                  <a:lnTo>
                    <a:pt x="4431720" y="38210"/>
                  </a:lnTo>
                  <a:cubicBezTo>
                    <a:pt x="4270745" y="38210"/>
                    <a:pt x="4125010" y="105426"/>
                    <a:pt x="4019518" y="214099"/>
                  </a:cubicBezTo>
                  <a:lnTo>
                    <a:pt x="3958703" y="290029"/>
                  </a:lnTo>
                  <a:lnTo>
                    <a:pt x="3897889" y="214099"/>
                  </a:lnTo>
                  <a:cubicBezTo>
                    <a:pt x="3792397" y="105426"/>
                    <a:pt x="3646661" y="38210"/>
                    <a:pt x="3485686" y="38210"/>
                  </a:cubicBezTo>
                  <a:lnTo>
                    <a:pt x="35990" y="38210"/>
                  </a:lnTo>
                  <a:lnTo>
                    <a:pt x="28839" y="29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 flipV="1">
              <a:off x="3073704" y="2966921"/>
              <a:ext cx="6052588" cy="221494"/>
            </a:xfrm>
            <a:custGeom>
              <a:avLst/>
              <a:gdLst>
                <a:gd name="csX0" fmla="*/ 0 w 7925402"/>
                <a:gd name="csY0" fmla="*/ 0 h 290029"/>
                <a:gd name="csX1" fmla="*/ 3471422 w 7925402"/>
                <a:gd name="csY1" fmla="*/ 0 h 290029"/>
                <a:gd name="csX2" fmla="*/ 3896055 w 7925402"/>
                <a:gd name="csY2" fmla="*/ 175889 h 290029"/>
                <a:gd name="csX3" fmla="*/ 3958703 w 7925402"/>
                <a:gd name="csY3" fmla="*/ 251819 h 290029"/>
                <a:gd name="csX4" fmla="*/ 4021352 w 7925402"/>
                <a:gd name="csY4" fmla="*/ 175889 h 290029"/>
                <a:gd name="csX5" fmla="*/ 4445984 w 7925402"/>
                <a:gd name="csY5" fmla="*/ 0 h 290029"/>
                <a:gd name="csX6" fmla="*/ 7925402 w 7925402"/>
                <a:gd name="csY6" fmla="*/ 0 h 290029"/>
                <a:gd name="csX7" fmla="*/ 7896563 w 7925402"/>
                <a:gd name="csY7" fmla="*/ 29275 h 290029"/>
                <a:gd name="csX8" fmla="*/ 7889413 w 7925402"/>
                <a:gd name="csY8" fmla="*/ 38210 h 290029"/>
                <a:gd name="csX9" fmla="*/ 4431720 w 7925402"/>
                <a:gd name="csY9" fmla="*/ 38210 h 290029"/>
                <a:gd name="csX10" fmla="*/ 4019518 w 7925402"/>
                <a:gd name="csY10" fmla="*/ 214099 h 290029"/>
                <a:gd name="csX11" fmla="*/ 3958703 w 7925402"/>
                <a:gd name="csY11" fmla="*/ 290029 h 290029"/>
                <a:gd name="csX12" fmla="*/ 3897889 w 7925402"/>
                <a:gd name="csY12" fmla="*/ 214099 h 290029"/>
                <a:gd name="csX13" fmla="*/ 3485686 w 7925402"/>
                <a:gd name="csY13" fmla="*/ 38210 h 290029"/>
                <a:gd name="csX14" fmla="*/ 35990 w 7925402"/>
                <a:gd name="csY14" fmla="*/ 38210 h 290029"/>
                <a:gd name="csX15" fmla="*/ 28839 w 7925402"/>
                <a:gd name="csY15" fmla="*/ 29275 h 2900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925402" h="290029">
                  <a:moveTo>
                    <a:pt x="0" y="0"/>
                  </a:moveTo>
                  <a:lnTo>
                    <a:pt x="3471422" y="0"/>
                  </a:lnTo>
                  <a:cubicBezTo>
                    <a:pt x="3637251" y="0"/>
                    <a:pt x="3787382" y="67216"/>
                    <a:pt x="3896055" y="175889"/>
                  </a:cubicBezTo>
                  <a:lnTo>
                    <a:pt x="3958703" y="251819"/>
                  </a:lnTo>
                  <a:lnTo>
                    <a:pt x="4021352" y="175889"/>
                  </a:lnTo>
                  <a:cubicBezTo>
                    <a:pt x="4130025" y="67216"/>
                    <a:pt x="4280155" y="0"/>
                    <a:pt x="4445984" y="0"/>
                  </a:cubicBezTo>
                  <a:lnTo>
                    <a:pt x="7925402" y="0"/>
                  </a:lnTo>
                  <a:lnTo>
                    <a:pt x="7896563" y="29275"/>
                  </a:lnTo>
                  <a:lnTo>
                    <a:pt x="7889413" y="38210"/>
                  </a:lnTo>
                  <a:lnTo>
                    <a:pt x="4431720" y="38210"/>
                  </a:lnTo>
                  <a:cubicBezTo>
                    <a:pt x="4270745" y="38210"/>
                    <a:pt x="4125010" y="105426"/>
                    <a:pt x="4019518" y="214099"/>
                  </a:cubicBezTo>
                  <a:lnTo>
                    <a:pt x="3958703" y="290029"/>
                  </a:lnTo>
                  <a:lnTo>
                    <a:pt x="3897889" y="214099"/>
                  </a:lnTo>
                  <a:cubicBezTo>
                    <a:pt x="3792397" y="105426"/>
                    <a:pt x="3646661" y="38210"/>
                    <a:pt x="3485686" y="38210"/>
                  </a:cubicBezTo>
                  <a:lnTo>
                    <a:pt x="35990" y="38210"/>
                  </a:lnTo>
                  <a:lnTo>
                    <a:pt x="28839" y="29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38332" y="5175935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唯一访问网址：www.51pptmoban.com。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2.xml"/><Relationship Id="rId20" Type="http://schemas.openxmlformats.org/officeDocument/2006/relationships/image" Target="../media/image1.png"/><Relationship Id="rId2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\51PPT模板网\51pptmoban.com\图片.jpg"/>
          <p:cNvPicPr>
            <a:picLocks noChangeAspect="1"/>
          </p:cNvPicPr>
          <p:nvPr userDrawn="1"/>
        </p:nvPicPr>
        <p:blipFill>
          <a:blip r:embed="rId20">
            <a:alphaModFix amt="8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:\51PPT模板网\51pptmoban.com\图片.jpg"/>
          <p:cNvPicPr>
            <a:picLocks noChangeAspect="1"/>
          </p:cNvPicPr>
          <p:nvPr userDrawn="1"/>
        </p:nvPicPr>
        <p:blipFill>
          <a:blip r:embed="rId20">
            <a:alphaModFix amt="8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5" Type="http://schemas.openxmlformats.org/officeDocument/2006/relationships/tags" Target="../tags/tag31.xml"/><Relationship Id="rId14" Type="http://schemas.microsoft.com/office/2007/relationships/media" Target="../media/media1.mp4"/><Relationship Id="rId13" Type="http://schemas.openxmlformats.org/officeDocument/2006/relationships/video" Target="../media/media1.mp4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34.xml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3" Type="http://schemas.openxmlformats.org/officeDocument/2006/relationships/slideLayout" Target="../slideLayouts/slideLayout21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任意多边形: 形状 58" descr="D:\51PPT模板网\51pptmoban.com\图片.jpg"/>
          <p:cNvSpPr/>
          <p:nvPr/>
        </p:nvSpPr>
        <p:spPr>
          <a:xfrm flipH="1">
            <a:off x="79428" y="3810012"/>
            <a:ext cx="12111775" cy="2135092"/>
          </a:xfrm>
          <a:custGeom>
            <a:avLst/>
            <a:gdLst>
              <a:gd name="csX0" fmla="*/ 0 w 2478836"/>
              <a:gd name="csY0" fmla="*/ 84541 h 436975"/>
              <a:gd name="csX1" fmla="*/ 1129426 w 2478836"/>
              <a:gd name="csY1" fmla="*/ 170901 h 436975"/>
              <a:gd name="csX2" fmla="*/ 1942673 w 2478836"/>
              <a:gd name="csY2" fmla="*/ 436565 h 436975"/>
              <a:gd name="csX3" fmla="*/ 2478837 w 2478836"/>
              <a:gd name="csY3" fmla="*/ 258928 h 436975"/>
              <a:gd name="csX4" fmla="*/ 1903537 w 2478836"/>
              <a:gd name="csY4" fmla="*/ 371378 h 436975"/>
              <a:gd name="csX5" fmla="*/ 997387 w 2478836"/>
              <a:gd name="csY5" fmla="*/ 78039 h 436975"/>
              <a:gd name="csX6" fmla="*/ 0 w 2478836"/>
              <a:gd name="csY6" fmla="*/ 84541 h 43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78836" h="436975">
                <a:moveTo>
                  <a:pt x="0" y="84541"/>
                </a:moveTo>
                <a:cubicBezTo>
                  <a:pt x="0" y="84541"/>
                  <a:pt x="510926" y="-95575"/>
                  <a:pt x="1129426" y="170901"/>
                </a:cubicBezTo>
                <a:cubicBezTo>
                  <a:pt x="1506403" y="333299"/>
                  <a:pt x="1668882" y="430022"/>
                  <a:pt x="1942673" y="436565"/>
                </a:cubicBezTo>
                <a:cubicBezTo>
                  <a:pt x="2376912" y="446888"/>
                  <a:pt x="2478837" y="258928"/>
                  <a:pt x="2478837" y="258928"/>
                </a:cubicBezTo>
                <a:cubicBezTo>
                  <a:pt x="2478837" y="258928"/>
                  <a:pt x="2356633" y="420268"/>
                  <a:pt x="1903537" y="371378"/>
                </a:cubicBezTo>
                <a:cubicBezTo>
                  <a:pt x="1656202" y="344678"/>
                  <a:pt x="1478849" y="239502"/>
                  <a:pt x="997387" y="78039"/>
                </a:cubicBezTo>
                <a:cubicBezTo>
                  <a:pt x="462849" y="-101265"/>
                  <a:pt x="0" y="84541"/>
                  <a:pt x="0" y="84541"/>
                </a:cubicBezTo>
                <a:close/>
              </a:path>
            </a:pathLst>
          </a:custGeom>
          <a:solidFill>
            <a:srgbClr val="C4C0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任意多边形: 形状 61" descr="D:\51PPT模板网\51pptmoban.com\图片.jpg"/>
          <p:cNvSpPr/>
          <p:nvPr/>
        </p:nvSpPr>
        <p:spPr>
          <a:xfrm flipH="1">
            <a:off x="0" y="4206474"/>
            <a:ext cx="12192000" cy="2651526"/>
          </a:xfrm>
          <a:custGeom>
            <a:avLst/>
            <a:gdLst>
              <a:gd name="csX0" fmla="*/ 2339665 w 12192000"/>
              <a:gd name="csY0" fmla="*/ 77 h 2651526"/>
              <a:gd name="csX1" fmla="*/ 2944200 w 12192000"/>
              <a:gd name="csY1" fmla="*/ 24161 h 2651526"/>
              <a:gd name="csX2" fmla="*/ 8504556 w 12192000"/>
              <a:gd name="csY2" fmla="*/ 1911768 h 2651526"/>
              <a:gd name="csX3" fmla="*/ 12191607 w 12192000"/>
              <a:gd name="csY3" fmla="*/ 1169911 h 2651526"/>
              <a:gd name="csX4" fmla="*/ 12191999 w 12192000"/>
              <a:gd name="csY4" fmla="*/ 1453355 h 2651526"/>
              <a:gd name="csX5" fmla="*/ 12191999 w 12192000"/>
              <a:gd name="csY5" fmla="*/ 1456249 h 2651526"/>
              <a:gd name="csX6" fmla="*/ 12187926 w 12192000"/>
              <a:gd name="csY6" fmla="*/ 1461081 h 2651526"/>
              <a:gd name="csX7" fmla="*/ 12191598 w 12192000"/>
              <a:gd name="csY7" fmla="*/ 1469590 h 2651526"/>
              <a:gd name="csX8" fmla="*/ 12192000 w 12192000"/>
              <a:gd name="csY8" fmla="*/ 1469873 h 2651526"/>
              <a:gd name="csX9" fmla="*/ 12192000 w 12192000"/>
              <a:gd name="csY9" fmla="*/ 2651526 h 2651526"/>
              <a:gd name="csX10" fmla="*/ 0 w 12192000"/>
              <a:gd name="csY10" fmla="*/ 2651526 h 2651526"/>
              <a:gd name="csX11" fmla="*/ 0 w 12192000"/>
              <a:gd name="csY11" fmla="*/ 441979 h 2651526"/>
              <a:gd name="csX12" fmla="*/ 2979 w 12192000"/>
              <a:gd name="csY12" fmla="*/ 438378 h 2651526"/>
              <a:gd name="csX13" fmla="*/ 2979 w 12192000"/>
              <a:gd name="csY13" fmla="*/ 311491 h 2651526"/>
              <a:gd name="csX14" fmla="*/ 2339665 w 12192000"/>
              <a:gd name="csY14" fmla="*/ 77 h 2651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2192000" h="2651526">
                <a:moveTo>
                  <a:pt x="2339665" y="77"/>
                </a:moveTo>
                <a:cubicBezTo>
                  <a:pt x="2533935" y="894"/>
                  <a:pt x="2736024" y="8300"/>
                  <a:pt x="2944200" y="24161"/>
                </a:cubicBezTo>
                <a:cubicBezTo>
                  <a:pt x="4609605" y="151047"/>
                  <a:pt x="6486291" y="1418123"/>
                  <a:pt x="8504556" y="1911768"/>
                </a:cubicBezTo>
                <a:cubicBezTo>
                  <a:pt x="10522822" y="2405212"/>
                  <a:pt x="12191607" y="1169911"/>
                  <a:pt x="12191607" y="1169911"/>
                </a:cubicBezTo>
                <a:cubicBezTo>
                  <a:pt x="12191738" y="1264392"/>
                  <a:pt x="12191868" y="1358874"/>
                  <a:pt x="12191999" y="1453355"/>
                </a:cubicBezTo>
                <a:lnTo>
                  <a:pt x="12191999" y="1456249"/>
                </a:lnTo>
                <a:lnTo>
                  <a:pt x="12187926" y="1461081"/>
                </a:lnTo>
                <a:cubicBezTo>
                  <a:pt x="12186318" y="1462976"/>
                  <a:pt x="12187610" y="1465828"/>
                  <a:pt x="12191598" y="1469590"/>
                </a:cubicBezTo>
                <a:lnTo>
                  <a:pt x="12192000" y="1469873"/>
                </a:lnTo>
                <a:lnTo>
                  <a:pt x="12192000" y="2651526"/>
                </a:lnTo>
                <a:lnTo>
                  <a:pt x="0" y="2651526"/>
                </a:lnTo>
                <a:lnTo>
                  <a:pt x="0" y="441979"/>
                </a:lnTo>
                <a:lnTo>
                  <a:pt x="2979" y="438378"/>
                </a:lnTo>
                <a:lnTo>
                  <a:pt x="2979" y="311491"/>
                </a:lnTo>
                <a:cubicBezTo>
                  <a:pt x="2979" y="311491"/>
                  <a:pt x="979773" y="-5644"/>
                  <a:pt x="2339665" y="77"/>
                </a:cubicBezTo>
                <a:close/>
              </a:path>
            </a:pathLst>
          </a:custGeom>
          <a:solidFill>
            <a:srgbClr val="656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文本框 11"/>
          <p:cNvSpPr txBox="1"/>
          <p:nvPr/>
        </p:nvSpPr>
        <p:spPr>
          <a:xfrm>
            <a:off x="1564858" y="1542641"/>
            <a:ext cx="912368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88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rPr>
              <a:t>软件测试</a:t>
            </a:r>
            <a:r>
              <a:rPr lang="zh-CN" altLang="en-US" sz="8800" dirty="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</a:rPr>
              <a:t>工作汇报</a:t>
            </a:r>
            <a:endParaRPr lang="zh-CN" altLang="en-US" sz="8800" dirty="0">
              <a:ln w="15875"/>
              <a:gradFill>
                <a:gsLst>
                  <a:gs pos="0">
                    <a:schemeClr val="accent1">
                      <a:lumOff val="-19998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8"/>
                    </a:schemeClr>
                  </a:gs>
                </a:gsLst>
                <a:lin ang="0" scaled="0"/>
              </a:gra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55467" y="6069643"/>
            <a:ext cx="5100320" cy="313984"/>
            <a:chOff x="1253246" y="4118390"/>
            <a:chExt cx="5100320" cy="313984"/>
          </a:xfrm>
        </p:grpSpPr>
        <p:sp>
          <p:nvSpPr>
            <p:cNvPr id="4" name="文本框 3"/>
            <p:cNvSpPr txBox="1"/>
            <p:nvPr/>
          </p:nvSpPr>
          <p:spPr>
            <a:xfrm>
              <a:off x="1557847" y="4125669"/>
              <a:ext cx="2027128" cy="3067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龚博宇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FBEB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99291" y="4118390"/>
              <a:ext cx="2454275" cy="3067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小组成员：龚博宇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袁晨阳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FBEB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5" name="矩形: 圆角 34"/>
          <p:cNvSpPr/>
          <p:nvPr/>
        </p:nvSpPr>
        <p:spPr>
          <a:xfrm>
            <a:off x="5661025" y="3484245"/>
            <a:ext cx="5528945" cy="721995"/>
          </a:xfrm>
          <a:prstGeom prst="roundRect">
            <a:avLst>
              <a:gd name="adj" fmla="val 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661025" y="3615055"/>
            <a:ext cx="5721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ChallengeGame死亡与检查点重生模块</a:t>
            </a:r>
            <a:endParaRPr lang="zh-CN" altLang="en-US" sz="240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41" name="任意多边形: 形状 40" descr="D:\51PPT模板网\51pptmoban.com\图片.jpg"/>
          <p:cNvSpPr/>
          <p:nvPr/>
        </p:nvSpPr>
        <p:spPr>
          <a:xfrm flipH="1">
            <a:off x="0" y="361666"/>
            <a:ext cx="5142719" cy="684286"/>
          </a:xfrm>
          <a:custGeom>
            <a:avLst/>
            <a:gdLst>
              <a:gd name="csX0" fmla="*/ 2585698 w 5142719"/>
              <a:gd name="csY0" fmla="*/ 463 h 684286"/>
              <a:gd name="csX1" fmla="*/ 0 w 5142719"/>
              <a:gd name="csY1" fmla="*/ 413074 h 684286"/>
              <a:gd name="csX2" fmla="*/ 4958467 w 5142719"/>
              <a:gd name="csY2" fmla="*/ 615730 h 684286"/>
              <a:gd name="csX3" fmla="*/ 5142719 w 5142719"/>
              <a:gd name="csY3" fmla="*/ 684286 h 684286"/>
              <a:gd name="csX4" fmla="*/ 5142719 w 5142719"/>
              <a:gd name="csY4" fmla="*/ 473205 h 684286"/>
              <a:gd name="csX5" fmla="*/ 4873306 w 5142719"/>
              <a:gd name="csY5" fmla="*/ 381304 h 684286"/>
              <a:gd name="csX6" fmla="*/ 2585698 w 5142719"/>
              <a:gd name="csY6" fmla="*/ 463 h 684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42719" h="684286">
                <a:moveTo>
                  <a:pt x="2585698" y="463"/>
                </a:moveTo>
                <a:cubicBezTo>
                  <a:pt x="1068919" y="-16033"/>
                  <a:pt x="0" y="413074"/>
                  <a:pt x="0" y="413074"/>
                </a:cubicBezTo>
                <a:cubicBezTo>
                  <a:pt x="0" y="413074"/>
                  <a:pt x="2194121" y="-360417"/>
                  <a:pt x="4958467" y="615730"/>
                </a:cubicBezTo>
                <a:lnTo>
                  <a:pt x="5142719" y="684286"/>
                </a:lnTo>
                <a:lnTo>
                  <a:pt x="5142719" y="473205"/>
                </a:lnTo>
                <a:lnTo>
                  <a:pt x="4873306" y="381304"/>
                </a:lnTo>
                <a:cubicBezTo>
                  <a:pt x="4057121" y="107525"/>
                  <a:pt x="3275143" y="7961"/>
                  <a:pt x="2585698" y="463"/>
                </a:cubicBezTo>
                <a:close/>
              </a:path>
            </a:pathLst>
          </a:custGeom>
          <a:solidFill>
            <a:srgbClr val="DDE7E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文本框 13"/>
          <p:cNvSpPr txBox="1"/>
          <p:nvPr/>
        </p:nvSpPr>
        <p:spPr>
          <a:xfrm>
            <a:off x="3780430" y="-31389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任意多边形: 形状 58"/>
          <p:cNvSpPr/>
          <p:nvPr/>
        </p:nvSpPr>
        <p:spPr>
          <a:xfrm flipH="1">
            <a:off x="79428" y="4483546"/>
            <a:ext cx="12111775" cy="2135092"/>
          </a:xfrm>
          <a:custGeom>
            <a:avLst/>
            <a:gdLst>
              <a:gd name="csX0" fmla="*/ 0 w 2478836"/>
              <a:gd name="csY0" fmla="*/ 84541 h 436975"/>
              <a:gd name="csX1" fmla="*/ 1129426 w 2478836"/>
              <a:gd name="csY1" fmla="*/ 170901 h 436975"/>
              <a:gd name="csX2" fmla="*/ 1942673 w 2478836"/>
              <a:gd name="csY2" fmla="*/ 436565 h 436975"/>
              <a:gd name="csX3" fmla="*/ 2478837 w 2478836"/>
              <a:gd name="csY3" fmla="*/ 258928 h 436975"/>
              <a:gd name="csX4" fmla="*/ 1903537 w 2478836"/>
              <a:gd name="csY4" fmla="*/ 371378 h 436975"/>
              <a:gd name="csX5" fmla="*/ 997387 w 2478836"/>
              <a:gd name="csY5" fmla="*/ 78039 h 436975"/>
              <a:gd name="csX6" fmla="*/ 0 w 2478836"/>
              <a:gd name="csY6" fmla="*/ 84541 h 43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78836" h="436975">
                <a:moveTo>
                  <a:pt x="0" y="84541"/>
                </a:moveTo>
                <a:cubicBezTo>
                  <a:pt x="0" y="84541"/>
                  <a:pt x="510926" y="-95575"/>
                  <a:pt x="1129426" y="170901"/>
                </a:cubicBezTo>
                <a:cubicBezTo>
                  <a:pt x="1506403" y="333299"/>
                  <a:pt x="1668882" y="430022"/>
                  <a:pt x="1942673" y="436565"/>
                </a:cubicBezTo>
                <a:cubicBezTo>
                  <a:pt x="2376912" y="446888"/>
                  <a:pt x="2478837" y="258928"/>
                  <a:pt x="2478837" y="258928"/>
                </a:cubicBezTo>
                <a:cubicBezTo>
                  <a:pt x="2478837" y="258928"/>
                  <a:pt x="2356633" y="420268"/>
                  <a:pt x="1903537" y="371378"/>
                </a:cubicBezTo>
                <a:cubicBezTo>
                  <a:pt x="1656202" y="344678"/>
                  <a:pt x="1478849" y="239502"/>
                  <a:pt x="997387" y="78039"/>
                </a:cubicBezTo>
                <a:cubicBezTo>
                  <a:pt x="462849" y="-101265"/>
                  <a:pt x="0" y="84541"/>
                  <a:pt x="0" y="84541"/>
                </a:cubicBezTo>
                <a:close/>
              </a:path>
            </a:pathLst>
          </a:custGeom>
          <a:solidFill>
            <a:srgbClr val="C4C0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" name="任意多边形: 形状 70"/>
          <p:cNvSpPr/>
          <p:nvPr/>
        </p:nvSpPr>
        <p:spPr>
          <a:xfrm flipH="1">
            <a:off x="0" y="4880008"/>
            <a:ext cx="12192000" cy="1977992"/>
          </a:xfrm>
          <a:custGeom>
            <a:avLst/>
            <a:gdLst>
              <a:gd name="csX0" fmla="*/ 12191607 w 12192000"/>
              <a:gd name="csY0" fmla="*/ 1169911 h 1977992"/>
              <a:gd name="csX1" fmla="*/ 10254031 w 12192000"/>
              <a:gd name="csY1" fmla="*/ 1958359 h 1977992"/>
              <a:gd name="csX2" fmla="*/ 10115629 w 12192000"/>
              <a:gd name="csY2" fmla="*/ 1977992 h 1977992"/>
              <a:gd name="csX3" fmla="*/ 12192000 w 12192000"/>
              <a:gd name="csY3" fmla="*/ 1977992 h 1977992"/>
              <a:gd name="csX4" fmla="*/ 12192000 w 12192000"/>
              <a:gd name="csY4" fmla="*/ 1469873 h 1977992"/>
              <a:gd name="csX5" fmla="*/ 12191598 w 12192000"/>
              <a:gd name="csY5" fmla="*/ 1469590 h 1977992"/>
              <a:gd name="csX6" fmla="*/ 12187926 w 12192000"/>
              <a:gd name="csY6" fmla="*/ 1461081 h 1977992"/>
              <a:gd name="csX7" fmla="*/ 12191999 w 12192000"/>
              <a:gd name="csY7" fmla="*/ 1456249 h 1977992"/>
              <a:gd name="csX8" fmla="*/ 12191999 w 12192000"/>
              <a:gd name="csY8" fmla="*/ 1453355 h 1977992"/>
              <a:gd name="csX9" fmla="*/ 12191607 w 12192000"/>
              <a:gd name="csY9" fmla="*/ 1169911 h 1977992"/>
              <a:gd name="csX10" fmla="*/ 2339665 w 12192000"/>
              <a:gd name="csY10" fmla="*/ 77 h 1977992"/>
              <a:gd name="csX11" fmla="*/ 2979 w 12192000"/>
              <a:gd name="csY11" fmla="*/ 311491 h 1977992"/>
              <a:gd name="csX12" fmla="*/ 2979 w 12192000"/>
              <a:gd name="csY12" fmla="*/ 438378 h 1977992"/>
              <a:gd name="csX13" fmla="*/ 0 w 12192000"/>
              <a:gd name="csY13" fmla="*/ 441979 h 1977992"/>
              <a:gd name="csX14" fmla="*/ 0 w 12192000"/>
              <a:gd name="csY14" fmla="*/ 1977992 h 1977992"/>
              <a:gd name="csX15" fmla="*/ 8838919 w 12192000"/>
              <a:gd name="csY15" fmla="*/ 1977992 h 1977992"/>
              <a:gd name="csX16" fmla="*/ 8692704 w 12192000"/>
              <a:gd name="csY16" fmla="*/ 1953054 h 1977992"/>
              <a:gd name="csX17" fmla="*/ 8504556 w 12192000"/>
              <a:gd name="csY17" fmla="*/ 1911768 h 1977992"/>
              <a:gd name="csX18" fmla="*/ 2944200 w 12192000"/>
              <a:gd name="csY18" fmla="*/ 24161 h 1977992"/>
              <a:gd name="csX19" fmla="*/ 2339665 w 12192000"/>
              <a:gd name="csY19" fmla="*/ 77 h 1977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2192000" h="1977992">
                <a:moveTo>
                  <a:pt x="12191607" y="1169911"/>
                </a:moveTo>
                <a:cubicBezTo>
                  <a:pt x="12191607" y="1169911"/>
                  <a:pt x="11402845" y="1753784"/>
                  <a:pt x="10254031" y="1958359"/>
                </a:cubicBezTo>
                <a:lnTo>
                  <a:pt x="10115629" y="1977992"/>
                </a:lnTo>
                <a:lnTo>
                  <a:pt x="12192000" y="1977992"/>
                </a:lnTo>
                <a:lnTo>
                  <a:pt x="12192000" y="1469873"/>
                </a:lnTo>
                <a:lnTo>
                  <a:pt x="12191598" y="1469590"/>
                </a:lnTo>
                <a:cubicBezTo>
                  <a:pt x="12187610" y="1465828"/>
                  <a:pt x="12186318" y="1462976"/>
                  <a:pt x="12187926" y="1461081"/>
                </a:cubicBezTo>
                <a:lnTo>
                  <a:pt x="12191999" y="1456249"/>
                </a:lnTo>
                <a:lnTo>
                  <a:pt x="12191999" y="1453355"/>
                </a:lnTo>
                <a:cubicBezTo>
                  <a:pt x="12191868" y="1358874"/>
                  <a:pt x="12191738" y="1264392"/>
                  <a:pt x="12191607" y="1169911"/>
                </a:cubicBezTo>
                <a:close/>
                <a:moveTo>
                  <a:pt x="2339665" y="77"/>
                </a:moveTo>
                <a:cubicBezTo>
                  <a:pt x="979773" y="-5644"/>
                  <a:pt x="2979" y="311491"/>
                  <a:pt x="2979" y="311491"/>
                </a:cubicBezTo>
                <a:lnTo>
                  <a:pt x="2979" y="438378"/>
                </a:lnTo>
                <a:lnTo>
                  <a:pt x="0" y="441979"/>
                </a:lnTo>
                <a:lnTo>
                  <a:pt x="0" y="1977992"/>
                </a:lnTo>
                <a:lnTo>
                  <a:pt x="8838919" y="1977992"/>
                </a:lnTo>
                <a:lnTo>
                  <a:pt x="8692704" y="1953054"/>
                </a:lnTo>
                <a:cubicBezTo>
                  <a:pt x="8630356" y="1940920"/>
                  <a:pt x="8567627" y="1927188"/>
                  <a:pt x="8504556" y="1911768"/>
                </a:cubicBezTo>
                <a:cubicBezTo>
                  <a:pt x="6486291" y="1418123"/>
                  <a:pt x="4609605" y="151047"/>
                  <a:pt x="2944200" y="24161"/>
                </a:cubicBezTo>
                <a:cubicBezTo>
                  <a:pt x="2736024" y="8300"/>
                  <a:pt x="2533935" y="894"/>
                  <a:pt x="2339665" y="77"/>
                </a:cubicBezTo>
                <a:close/>
              </a:path>
            </a:pathLst>
          </a:custGeom>
          <a:solidFill>
            <a:srgbClr val="656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任意多边形: 形状 40"/>
          <p:cNvSpPr/>
          <p:nvPr/>
        </p:nvSpPr>
        <p:spPr>
          <a:xfrm flipH="1">
            <a:off x="0" y="361666"/>
            <a:ext cx="5142719" cy="684286"/>
          </a:xfrm>
          <a:custGeom>
            <a:avLst/>
            <a:gdLst>
              <a:gd name="csX0" fmla="*/ 2585698 w 5142719"/>
              <a:gd name="csY0" fmla="*/ 463 h 684286"/>
              <a:gd name="csX1" fmla="*/ 0 w 5142719"/>
              <a:gd name="csY1" fmla="*/ 413074 h 684286"/>
              <a:gd name="csX2" fmla="*/ 4958467 w 5142719"/>
              <a:gd name="csY2" fmla="*/ 615730 h 684286"/>
              <a:gd name="csX3" fmla="*/ 5142719 w 5142719"/>
              <a:gd name="csY3" fmla="*/ 684286 h 684286"/>
              <a:gd name="csX4" fmla="*/ 5142719 w 5142719"/>
              <a:gd name="csY4" fmla="*/ 473205 h 684286"/>
              <a:gd name="csX5" fmla="*/ 4873306 w 5142719"/>
              <a:gd name="csY5" fmla="*/ 381304 h 684286"/>
              <a:gd name="csX6" fmla="*/ 2585698 w 5142719"/>
              <a:gd name="csY6" fmla="*/ 463 h 684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42719" h="684286">
                <a:moveTo>
                  <a:pt x="2585698" y="463"/>
                </a:moveTo>
                <a:cubicBezTo>
                  <a:pt x="1068919" y="-16033"/>
                  <a:pt x="0" y="413074"/>
                  <a:pt x="0" y="413074"/>
                </a:cubicBezTo>
                <a:cubicBezTo>
                  <a:pt x="0" y="413074"/>
                  <a:pt x="2194121" y="-360417"/>
                  <a:pt x="4958467" y="615730"/>
                </a:cubicBezTo>
                <a:lnTo>
                  <a:pt x="5142719" y="684286"/>
                </a:lnTo>
                <a:lnTo>
                  <a:pt x="5142719" y="473205"/>
                </a:lnTo>
                <a:lnTo>
                  <a:pt x="4873306" y="381304"/>
                </a:lnTo>
                <a:cubicBezTo>
                  <a:pt x="4057121" y="107525"/>
                  <a:pt x="3275143" y="7961"/>
                  <a:pt x="2585698" y="463"/>
                </a:cubicBezTo>
                <a:close/>
              </a:path>
            </a:pathLst>
          </a:custGeom>
          <a:solidFill>
            <a:srgbClr val="DDE7E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4" name="组合 33"/>
          <p:cNvGrpSpPr/>
          <p:nvPr/>
        </p:nvGrpSpPr>
        <p:grpSpPr>
          <a:xfrm>
            <a:off x="5212991" y="251243"/>
            <a:ext cx="1766017" cy="1031051"/>
            <a:chOff x="5212991" y="419637"/>
            <a:chExt cx="1766017" cy="1031051"/>
          </a:xfrm>
        </p:grpSpPr>
        <p:sp>
          <p:nvSpPr>
            <p:cNvPr id="15" name="文本框 14"/>
            <p:cNvSpPr txBox="1"/>
            <p:nvPr/>
          </p:nvSpPr>
          <p:spPr>
            <a:xfrm>
              <a:off x="5449028" y="419637"/>
              <a:ext cx="13131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9600" b="1"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r>
                <a:rPr lang="zh-CN" altLang="en-US" sz="4400" dirty="0"/>
                <a:t>目录</a:t>
              </a:r>
              <a:endParaRPr lang="zh-CN" altLang="en-US" sz="44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212991" y="1189078"/>
              <a:ext cx="17660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CONTENTS</a:t>
              </a:r>
              <a:endParaRPr lang="zh-CN" altLang="en-US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1"/>
            </p:custDataLst>
          </p:nvPr>
        </p:nvGrpSpPr>
        <p:grpSpPr>
          <a:xfrm>
            <a:off x="2146825" y="1943965"/>
            <a:ext cx="7898347" cy="571572"/>
            <a:chOff x="2115244" y="1943965"/>
            <a:chExt cx="7898347" cy="571572"/>
          </a:xfrm>
        </p:grpSpPr>
        <p:grpSp>
          <p:nvGrpSpPr>
            <p:cNvPr id="50" name="组合 49"/>
            <p:cNvGrpSpPr/>
            <p:nvPr/>
          </p:nvGrpSpPr>
          <p:grpSpPr>
            <a:xfrm>
              <a:off x="2115244" y="1943965"/>
              <a:ext cx="3659722" cy="571572"/>
              <a:chOff x="1553269" y="1934343"/>
              <a:chExt cx="3659722" cy="571572"/>
            </a:xfrm>
          </p:grpSpPr>
          <p:sp>
            <p:nvSpPr>
              <p:cNvPr id="38" name="矩形: 圆角 37"/>
              <p:cNvSpPr/>
              <p:nvPr>
                <p:custDataLst>
                  <p:tags r:id="rId2"/>
                </p:custDataLst>
              </p:nvPr>
            </p:nvSpPr>
            <p:spPr>
              <a:xfrm>
                <a:off x="1553269" y="1934343"/>
                <a:ext cx="3659722" cy="571572"/>
              </a:xfrm>
              <a:prstGeom prst="roundRect">
                <a:avLst>
                  <a:gd name="adj" fmla="val 0"/>
                </a:avLst>
              </a:prstGeom>
              <a:solidFill>
                <a:srgbClr val="CAA2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3"/>
                </p:custDataLst>
              </p:nvPr>
            </p:nvSpPr>
            <p:spPr>
              <a:xfrm>
                <a:off x="1553269" y="1934343"/>
                <a:ext cx="1018090" cy="571572"/>
              </a:xfrm>
              <a:custGeom>
                <a:avLst/>
                <a:gdLst>
                  <a:gd name="csX0" fmla="*/ 0 w 1018090"/>
                  <a:gd name="csY0" fmla="*/ 0 h 571572"/>
                  <a:gd name="csX1" fmla="*/ 111874 w 1018090"/>
                  <a:gd name="csY1" fmla="*/ 0 h 571572"/>
                  <a:gd name="csX2" fmla="*/ 413946 w 1018090"/>
                  <a:gd name="csY2" fmla="*/ 0 h 571572"/>
                  <a:gd name="csX3" fmla="*/ 590645 w 1018090"/>
                  <a:gd name="csY3" fmla="*/ 0 h 571572"/>
                  <a:gd name="csX4" fmla="*/ 702519 w 1018090"/>
                  <a:gd name="csY4" fmla="*/ 0 h 571572"/>
                  <a:gd name="csX5" fmla="*/ 1004591 w 1018090"/>
                  <a:gd name="csY5" fmla="*/ 0 h 571572"/>
                  <a:gd name="csX6" fmla="*/ 1014908 w 1018090"/>
                  <a:gd name="csY6" fmla="*/ 37507 h 571572"/>
                  <a:gd name="csX7" fmla="*/ 1002739 w 1018090"/>
                  <a:gd name="csY7" fmla="*/ 157956 h 571572"/>
                  <a:gd name="csX8" fmla="*/ 790558 w 1018090"/>
                  <a:gd name="csY8" fmla="*/ 518468 h 571572"/>
                  <a:gd name="csX9" fmla="*/ 767459 w 1018090"/>
                  <a:gd name="csY9" fmla="*/ 571572 h 571572"/>
                  <a:gd name="csX10" fmla="*/ 465387 w 1018090"/>
                  <a:gd name="csY10" fmla="*/ 571572 h 571572"/>
                  <a:gd name="csX11" fmla="*/ 413946 w 1018090"/>
                  <a:gd name="csY11" fmla="*/ 571572 h 571572"/>
                  <a:gd name="csX12" fmla="*/ 353513 w 1018090"/>
                  <a:gd name="csY12" fmla="*/ 571572 h 571572"/>
                  <a:gd name="csX13" fmla="*/ 111874 w 1018090"/>
                  <a:gd name="csY13" fmla="*/ 571572 h 571572"/>
                  <a:gd name="csX14" fmla="*/ 0 w 1018090"/>
                  <a:gd name="csY14" fmla="*/ 571572 h 571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18090" h="571572">
                    <a:moveTo>
                      <a:pt x="0" y="0"/>
                    </a:moveTo>
                    <a:lnTo>
                      <a:pt x="111874" y="0"/>
                    </a:lnTo>
                    <a:lnTo>
                      <a:pt x="413946" y="0"/>
                    </a:lnTo>
                    <a:lnTo>
                      <a:pt x="590645" y="0"/>
                    </a:lnTo>
                    <a:lnTo>
                      <a:pt x="702519" y="0"/>
                    </a:lnTo>
                    <a:lnTo>
                      <a:pt x="1004591" y="0"/>
                    </a:lnTo>
                    <a:lnTo>
                      <a:pt x="1014908" y="37507"/>
                    </a:lnTo>
                    <a:cubicBezTo>
                      <a:pt x="1021031" y="74655"/>
                      <a:pt x="1019011" y="115384"/>
                      <a:pt x="1002739" y="157956"/>
                    </a:cubicBezTo>
                    <a:cubicBezTo>
                      <a:pt x="953902" y="285673"/>
                      <a:pt x="847678" y="406671"/>
                      <a:pt x="790558" y="518468"/>
                    </a:cubicBezTo>
                    <a:lnTo>
                      <a:pt x="767459" y="571572"/>
                    </a:lnTo>
                    <a:lnTo>
                      <a:pt x="465387" y="571572"/>
                    </a:lnTo>
                    <a:lnTo>
                      <a:pt x="413946" y="571572"/>
                    </a:lnTo>
                    <a:lnTo>
                      <a:pt x="353513" y="571572"/>
                    </a:lnTo>
                    <a:lnTo>
                      <a:pt x="111874" y="571572"/>
                    </a:lnTo>
                    <a:lnTo>
                      <a:pt x="0" y="571572"/>
                    </a:lnTo>
                    <a:close/>
                  </a:path>
                </a:pathLst>
              </a:custGeom>
              <a:solidFill>
                <a:srgbClr val="656C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47" name="文本框 4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758637" y="1984630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文本框 4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776727" y="2061573"/>
                <a:ext cx="2080066" cy="306705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sz="14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  <a:sym typeface="+mn-ea"/>
                  </a:rPr>
                  <a:t>被测项目与测试范围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6353869" y="1943965"/>
              <a:ext cx="3659722" cy="571572"/>
              <a:chOff x="1553269" y="1934343"/>
              <a:chExt cx="3659722" cy="571572"/>
            </a:xfrm>
          </p:grpSpPr>
          <p:sp>
            <p:nvSpPr>
              <p:cNvPr id="52" name="矩形: 圆角 51"/>
              <p:cNvSpPr/>
              <p:nvPr>
                <p:custDataLst>
                  <p:tags r:id="rId6"/>
                </p:custDataLst>
              </p:nvPr>
            </p:nvSpPr>
            <p:spPr>
              <a:xfrm>
                <a:off x="1553269" y="1934343"/>
                <a:ext cx="3659722" cy="571572"/>
              </a:xfrm>
              <a:prstGeom prst="roundRect">
                <a:avLst>
                  <a:gd name="adj" fmla="val 0"/>
                </a:avLst>
              </a:prstGeom>
              <a:solidFill>
                <a:srgbClr val="CAA2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53" name="任意多边形: 形状 52"/>
              <p:cNvSpPr/>
              <p:nvPr>
                <p:custDataLst>
                  <p:tags r:id="rId7"/>
                </p:custDataLst>
              </p:nvPr>
            </p:nvSpPr>
            <p:spPr>
              <a:xfrm>
                <a:off x="1553269" y="1934343"/>
                <a:ext cx="1018090" cy="571572"/>
              </a:xfrm>
              <a:custGeom>
                <a:avLst/>
                <a:gdLst>
                  <a:gd name="csX0" fmla="*/ 0 w 1018090"/>
                  <a:gd name="csY0" fmla="*/ 0 h 571572"/>
                  <a:gd name="csX1" fmla="*/ 111874 w 1018090"/>
                  <a:gd name="csY1" fmla="*/ 0 h 571572"/>
                  <a:gd name="csX2" fmla="*/ 413946 w 1018090"/>
                  <a:gd name="csY2" fmla="*/ 0 h 571572"/>
                  <a:gd name="csX3" fmla="*/ 590645 w 1018090"/>
                  <a:gd name="csY3" fmla="*/ 0 h 571572"/>
                  <a:gd name="csX4" fmla="*/ 702519 w 1018090"/>
                  <a:gd name="csY4" fmla="*/ 0 h 571572"/>
                  <a:gd name="csX5" fmla="*/ 1004591 w 1018090"/>
                  <a:gd name="csY5" fmla="*/ 0 h 571572"/>
                  <a:gd name="csX6" fmla="*/ 1014908 w 1018090"/>
                  <a:gd name="csY6" fmla="*/ 37507 h 571572"/>
                  <a:gd name="csX7" fmla="*/ 1002739 w 1018090"/>
                  <a:gd name="csY7" fmla="*/ 157956 h 571572"/>
                  <a:gd name="csX8" fmla="*/ 790558 w 1018090"/>
                  <a:gd name="csY8" fmla="*/ 518468 h 571572"/>
                  <a:gd name="csX9" fmla="*/ 767459 w 1018090"/>
                  <a:gd name="csY9" fmla="*/ 571572 h 571572"/>
                  <a:gd name="csX10" fmla="*/ 465387 w 1018090"/>
                  <a:gd name="csY10" fmla="*/ 571572 h 571572"/>
                  <a:gd name="csX11" fmla="*/ 413946 w 1018090"/>
                  <a:gd name="csY11" fmla="*/ 571572 h 571572"/>
                  <a:gd name="csX12" fmla="*/ 353513 w 1018090"/>
                  <a:gd name="csY12" fmla="*/ 571572 h 571572"/>
                  <a:gd name="csX13" fmla="*/ 111874 w 1018090"/>
                  <a:gd name="csY13" fmla="*/ 571572 h 571572"/>
                  <a:gd name="csX14" fmla="*/ 0 w 1018090"/>
                  <a:gd name="csY14" fmla="*/ 571572 h 571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18090" h="571572">
                    <a:moveTo>
                      <a:pt x="0" y="0"/>
                    </a:moveTo>
                    <a:lnTo>
                      <a:pt x="111874" y="0"/>
                    </a:lnTo>
                    <a:lnTo>
                      <a:pt x="413946" y="0"/>
                    </a:lnTo>
                    <a:lnTo>
                      <a:pt x="590645" y="0"/>
                    </a:lnTo>
                    <a:lnTo>
                      <a:pt x="702519" y="0"/>
                    </a:lnTo>
                    <a:lnTo>
                      <a:pt x="1004591" y="0"/>
                    </a:lnTo>
                    <a:lnTo>
                      <a:pt x="1014908" y="37507"/>
                    </a:lnTo>
                    <a:cubicBezTo>
                      <a:pt x="1021031" y="74655"/>
                      <a:pt x="1019011" y="115384"/>
                      <a:pt x="1002739" y="157956"/>
                    </a:cubicBezTo>
                    <a:cubicBezTo>
                      <a:pt x="953902" y="285673"/>
                      <a:pt x="847678" y="406671"/>
                      <a:pt x="790558" y="518468"/>
                    </a:cubicBezTo>
                    <a:lnTo>
                      <a:pt x="767459" y="571572"/>
                    </a:lnTo>
                    <a:lnTo>
                      <a:pt x="465387" y="571572"/>
                    </a:lnTo>
                    <a:lnTo>
                      <a:pt x="413946" y="571572"/>
                    </a:lnTo>
                    <a:lnTo>
                      <a:pt x="353513" y="571572"/>
                    </a:lnTo>
                    <a:lnTo>
                      <a:pt x="111874" y="571572"/>
                    </a:lnTo>
                    <a:lnTo>
                      <a:pt x="0" y="571572"/>
                    </a:lnTo>
                    <a:close/>
                  </a:path>
                </a:pathLst>
              </a:custGeom>
              <a:solidFill>
                <a:srgbClr val="656C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54" name="文本框 5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758637" y="1984630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文本框 5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776727" y="2061573"/>
                <a:ext cx="2080066" cy="306705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sz="14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  <a:sym typeface="+mn-ea"/>
                  </a:rPr>
                  <a:t>主要测试策略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endParaRPr>
              </a:p>
            </p:txBody>
          </p:sp>
        </p:grpSp>
      </p:grpSp>
      <p:grpSp>
        <p:nvGrpSpPr>
          <p:cNvPr id="57" name="组合 56"/>
          <p:cNvGrpSpPr/>
          <p:nvPr>
            <p:custDataLst>
              <p:tags r:id="rId10"/>
            </p:custDataLst>
          </p:nvPr>
        </p:nvGrpSpPr>
        <p:grpSpPr>
          <a:xfrm>
            <a:off x="2146825" y="4181206"/>
            <a:ext cx="7898347" cy="571572"/>
            <a:chOff x="2115244" y="1943965"/>
            <a:chExt cx="7898347" cy="571572"/>
          </a:xfrm>
        </p:grpSpPr>
        <p:grpSp>
          <p:nvGrpSpPr>
            <p:cNvPr id="58" name="组合 57"/>
            <p:cNvGrpSpPr/>
            <p:nvPr/>
          </p:nvGrpSpPr>
          <p:grpSpPr>
            <a:xfrm>
              <a:off x="2115244" y="1943965"/>
              <a:ext cx="3659722" cy="571572"/>
              <a:chOff x="1553269" y="1934343"/>
              <a:chExt cx="3659722" cy="571572"/>
            </a:xfrm>
          </p:grpSpPr>
          <p:sp>
            <p:nvSpPr>
              <p:cNvPr id="66" name="矩形: 圆角 65"/>
              <p:cNvSpPr/>
              <p:nvPr>
                <p:custDataLst>
                  <p:tags r:id="rId11"/>
                </p:custDataLst>
              </p:nvPr>
            </p:nvSpPr>
            <p:spPr>
              <a:xfrm>
                <a:off x="1553269" y="1934343"/>
                <a:ext cx="3659722" cy="571572"/>
              </a:xfrm>
              <a:prstGeom prst="roundRect">
                <a:avLst>
                  <a:gd name="adj" fmla="val 0"/>
                </a:avLst>
              </a:prstGeom>
              <a:solidFill>
                <a:srgbClr val="CAA2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553269" y="1934343"/>
                <a:ext cx="1018090" cy="571572"/>
              </a:xfrm>
              <a:custGeom>
                <a:avLst/>
                <a:gdLst>
                  <a:gd name="csX0" fmla="*/ 0 w 1018090"/>
                  <a:gd name="csY0" fmla="*/ 0 h 571572"/>
                  <a:gd name="csX1" fmla="*/ 111874 w 1018090"/>
                  <a:gd name="csY1" fmla="*/ 0 h 571572"/>
                  <a:gd name="csX2" fmla="*/ 413946 w 1018090"/>
                  <a:gd name="csY2" fmla="*/ 0 h 571572"/>
                  <a:gd name="csX3" fmla="*/ 590645 w 1018090"/>
                  <a:gd name="csY3" fmla="*/ 0 h 571572"/>
                  <a:gd name="csX4" fmla="*/ 702519 w 1018090"/>
                  <a:gd name="csY4" fmla="*/ 0 h 571572"/>
                  <a:gd name="csX5" fmla="*/ 1004591 w 1018090"/>
                  <a:gd name="csY5" fmla="*/ 0 h 571572"/>
                  <a:gd name="csX6" fmla="*/ 1014908 w 1018090"/>
                  <a:gd name="csY6" fmla="*/ 37507 h 571572"/>
                  <a:gd name="csX7" fmla="*/ 1002739 w 1018090"/>
                  <a:gd name="csY7" fmla="*/ 157956 h 571572"/>
                  <a:gd name="csX8" fmla="*/ 790558 w 1018090"/>
                  <a:gd name="csY8" fmla="*/ 518468 h 571572"/>
                  <a:gd name="csX9" fmla="*/ 767459 w 1018090"/>
                  <a:gd name="csY9" fmla="*/ 571572 h 571572"/>
                  <a:gd name="csX10" fmla="*/ 465387 w 1018090"/>
                  <a:gd name="csY10" fmla="*/ 571572 h 571572"/>
                  <a:gd name="csX11" fmla="*/ 413946 w 1018090"/>
                  <a:gd name="csY11" fmla="*/ 571572 h 571572"/>
                  <a:gd name="csX12" fmla="*/ 353513 w 1018090"/>
                  <a:gd name="csY12" fmla="*/ 571572 h 571572"/>
                  <a:gd name="csX13" fmla="*/ 111874 w 1018090"/>
                  <a:gd name="csY13" fmla="*/ 571572 h 571572"/>
                  <a:gd name="csX14" fmla="*/ 0 w 1018090"/>
                  <a:gd name="csY14" fmla="*/ 571572 h 571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18090" h="571572">
                    <a:moveTo>
                      <a:pt x="0" y="0"/>
                    </a:moveTo>
                    <a:lnTo>
                      <a:pt x="111874" y="0"/>
                    </a:lnTo>
                    <a:lnTo>
                      <a:pt x="413946" y="0"/>
                    </a:lnTo>
                    <a:lnTo>
                      <a:pt x="590645" y="0"/>
                    </a:lnTo>
                    <a:lnTo>
                      <a:pt x="702519" y="0"/>
                    </a:lnTo>
                    <a:lnTo>
                      <a:pt x="1004591" y="0"/>
                    </a:lnTo>
                    <a:lnTo>
                      <a:pt x="1014908" y="37507"/>
                    </a:lnTo>
                    <a:cubicBezTo>
                      <a:pt x="1021031" y="74655"/>
                      <a:pt x="1019011" y="115384"/>
                      <a:pt x="1002739" y="157956"/>
                    </a:cubicBezTo>
                    <a:cubicBezTo>
                      <a:pt x="953902" y="285673"/>
                      <a:pt x="847678" y="406671"/>
                      <a:pt x="790558" y="518468"/>
                    </a:cubicBezTo>
                    <a:lnTo>
                      <a:pt x="767459" y="571572"/>
                    </a:lnTo>
                    <a:lnTo>
                      <a:pt x="465387" y="571572"/>
                    </a:lnTo>
                    <a:lnTo>
                      <a:pt x="413946" y="571572"/>
                    </a:lnTo>
                    <a:lnTo>
                      <a:pt x="353513" y="571572"/>
                    </a:lnTo>
                    <a:lnTo>
                      <a:pt x="111874" y="571572"/>
                    </a:lnTo>
                    <a:lnTo>
                      <a:pt x="0" y="571572"/>
                    </a:lnTo>
                    <a:close/>
                  </a:path>
                </a:pathLst>
              </a:custGeom>
              <a:solidFill>
                <a:srgbClr val="656C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758637" y="1984630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文本框 68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776727" y="2061573"/>
                <a:ext cx="2080066" cy="306705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sz="14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  <a:sym typeface="+mn-ea"/>
                  </a:rPr>
                  <a:t>自动化测试设计与实施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53869" y="1943965"/>
              <a:ext cx="3659722" cy="571572"/>
              <a:chOff x="1553269" y="1934343"/>
              <a:chExt cx="3659722" cy="571572"/>
            </a:xfrm>
          </p:grpSpPr>
          <p:sp>
            <p:nvSpPr>
              <p:cNvPr id="61" name="矩形: 圆角 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1553269" y="1934343"/>
                <a:ext cx="3659722" cy="571572"/>
              </a:xfrm>
              <a:prstGeom prst="roundRect">
                <a:avLst>
                  <a:gd name="adj" fmla="val 0"/>
                </a:avLst>
              </a:prstGeom>
              <a:solidFill>
                <a:srgbClr val="CAA2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16"/>
                </p:custDataLst>
              </p:nvPr>
            </p:nvSpPr>
            <p:spPr>
              <a:xfrm>
                <a:off x="1553269" y="1934343"/>
                <a:ext cx="1018090" cy="571572"/>
              </a:xfrm>
              <a:custGeom>
                <a:avLst/>
                <a:gdLst>
                  <a:gd name="csX0" fmla="*/ 0 w 1018090"/>
                  <a:gd name="csY0" fmla="*/ 0 h 571572"/>
                  <a:gd name="csX1" fmla="*/ 111874 w 1018090"/>
                  <a:gd name="csY1" fmla="*/ 0 h 571572"/>
                  <a:gd name="csX2" fmla="*/ 413946 w 1018090"/>
                  <a:gd name="csY2" fmla="*/ 0 h 571572"/>
                  <a:gd name="csX3" fmla="*/ 590645 w 1018090"/>
                  <a:gd name="csY3" fmla="*/ 0 h 571572"/>
                  <a:gd name="csX4" fmla="*/ 702519 w 1018090"/>
                  <a:gd name="csY4" fmla="*/ 0 h 571572"/>
                  <a:gd name="csX5" fmla="*/ 1004591 w 1018090"/>
                  <a:gd name="csY5" fmla="*/ 0 h 571572"/>
                  <a:gd name="csX6" fmla="*/ 1014908 w 1018090"/>
                  <a:gd name="csY6" fmla="*/ 37507 h 571572"/>
                  <a:gd name="csX7" fmla="*/ 1002739 w 1018090"/>
                  <a:gd name="csY7" fmla="*/ 157956 h 571572"/>
                  <a:gd name="csX8" fmla="*/ 790558 w 1018090"/>
                  <a:gd name="csY8" fmla="*/ 518468 h 571572"/>
                  <a:gd name="csX9" fmla="*/ 767459 w 1018090"/>
                  <a:gd name="csY9" fmla="*/ 571572 h 571572"/>
                  <a:gd name="csX10" fmla="*/ 465387 w 1018090"/>
                  <a:gd name="csY10" fmla="*/ 571572 h 571572"/>
                  <a:gd name="csX11" fmla="*/ 413946 w 1018090"/>
                  <a:gd name="csY11" fmla="*/ 571572 h 571572"/>
                  <a:gd name="csX12" fmla="*/ 353513 w 1018090"/>
                  <a:gd name="csY12" fmla="*/ 571572 h 571572"/>
                  <a:gd name="csX13" fmla="*/ 111874 w 1018090"/>
                  <a:gd name="csY13" fmla="*/ 571572 h 571572"/>
                  <a:gd name="csX14" fmla="*/ 0 w 1018090"/>
                  <a:gd name="csY14" fmla="*/ 571572 h 571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18090" h="571572">
                    <a:moveTo>
                      <a:pt x="0" y="0"/>
                    </a:moveTo>
                    <a:lnTo>
                      <a:pt x="111874" y="0"/>
                    </a:lnTo>
                    <a:lnTo>
                      <a:pt x="413946" y="0"/>
                    </a:lnTo>
                    <a:lnTo>
                      <a:pt x="590645" y="0"/>
                    </a:lnTo>
                    <a:lnTo>
                      <a:pt x="702519" y="0"/>
                    </a:lnTo>
                    <a:lnTo>
                      <a:pt x="1004591" y="0"/>
                    </a:lnTo>
                    <a:lnTo>
                      <a:pt x="1014908" y="37507"/>
                    </a:lnTo>
                    <a:cubicBezTo>
                      <a:pt x="1021031" y="74655"/>
                      <a:pt x="1019011" y="115384"/>
                      <a:pt x="1002739" y="157956"/>
                    </a:cubicBezTo>
                    <a:cubicBezTo>
                      <a:pt x="953902" y="285673"/>
                      <a:pt x="847678" y="406671"/>
                      <a:pt x="790558" y="518468"/>
                    </a:cubicBezTo>
                    <a:lnTo>
                      <a:pt x="767459" y="571572"/>
                    </a:lnTo>
                    <a:lnTo>
                      <a:pt x="465387" y="571572"/>
                    </a:lnTo>
                    <a:lnTo>
                      <a:pt x="413946" y="571572"/>
                    </a:lnTo>
                    <a:lnTo>
                      <a:pt x="353513" y="571572"/>
                    </a:lnTo>
                    <a:lnTo>
                      <a:pt x="111874" y="571572"/>
                    </a:lnTo>
                    <a:lnTo>
                      <a:pt x="0" y="571572"/>
                    </a:lnTo>
                    <a:close/>
                  </a:path>
                </a:pathLst>
              </a:custGeom>
              <a:solidFill>
                <a:srgbClr val="656C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64" name="文本框 6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758637" y="1984630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文本框 64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2776727" y="2061573"/>
                <a:ext cx="2080066" cy="306705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algn="l">
                  <a:defRPr sz="2325" b="1">
                    <a:solidFill>
                      <a:srgbClr val="182433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4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Arial" panose="020B0604020202020204"/>
                    <a:sym typeface="+mn-ea"/>
                  </a:rPr>
                  <a:t>测试结论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266139" y="131925"/>
            <a:ext cx="3659722" cy="571572"/>
            <a:chOff x="1553269" y="1934343"/>
            <a:chExt cx="3659722" cy="571572"/>
          </a:xfrm>
        </p:grpSpPr>
        <p:sp>
          <p:nvSpPr>
            <p:cNvPr id="38" name="矩形: 圆角 37"/>
            <p:cNvSpPr/>
            <p:nvPr/>
          </p:nvSpPr>
          <p:spPr>
            <a:xfrm>
              <a:off x="1553269" y="1934343"/>
              <a:ext cx="3659722" cy="571572"/>
            </a:xfrm>
            <a:prstGeom prst="roundRect">
              <a:avLst>
                <a:gd name="adj" fmla="val 0"/>
              </a:avLst>
            </a:prstGeom>
            <a:solidFill>
              <a:srgbClr val="CAA2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53269" y="1934343"/>
              <a:ext cx="1018090" cy="571572"/>
            </a:xfrm>
            <a:custGeom>
              <a:avLst/>
              <a:gdLst>
                <a:gd name="csX0" fmla="*/ 0 w 1018090"/>
                <a:gd name="csY0" fmla="*/ 0 h 571572"/>
                <a:gd name="csX1" fmla="*/ 111874 w 1018090"/>
                <a:gd name="csY1" fmla="*/ 0 h 571572"/>
                <a:gd name="csX2" fmla="*/ 413946 w 1018090"/>
                <a:gd name="csY2" fmla="*/ 0 h 571572"/>
                <a:gd name="csX3" fmla="*/ 590645 w 1018090"/>
                <a:gd name="csY3" fmla="*/ 0 h 571572"/>
                <a:gd name="csX4" fmla="*/ 702519 w 1018090"/>
                <a:gd name="csY4" fmla="*/ 0 h 571572"/>
                <a:gd name="csX5" fmla="*/ 1004591 w 1018090"/>
                <a:gd name="csY5" fmla="*/ 0 h 571572"/>
                <a:gd name="csX6" fmla="*/ 1014908 w 1018090"/>
                <a:gd name="csY6" fmla="*/ 37507 h 571572"/>
                <a:gd name="csX7" fmla="*/ 1002739 w 1018090"/>
                <a:gd name="csY7" fmla="*/ 157956 h 571572"/>
                <a:gd name="csX8" fmla="*/ 790558 w 1018090"/>
                <a:gd name="csY8" fmla="*/ 518468 h 571572"/>
                <a:gd name="csX9" fmla="*/ 767459 w 1018090"/>
                <a:gd name="csY9" fmla="*/ 571572 h 571572"/>
                <a:gd name="csX10" fmla="*/ 465387 w 1018090"/>
                <a:gd name="csY10" fmla="*/ 571572 h 571572"/>
                <a:gd name="csX11" fmla="*/ 413946 w 1018090"/>
                <a:gd name="csY11" fmla="*/ 571572 h 571572"/>
                <a:gd name="csX12" fmla="*/ 353513 w 1018090"/>
                <a:gd name="csY12" fmla="*/ 571572 h 571572"/>
                <a:gd name="csX13" fmla="*/ 111874 w 1018090"/>
                <a:gd name="csY13" fmla="*/ 571572 h 571572"/>
                <a:gd name="csX14" fmla="*/ 0 w 1018090"/>
                <a:gd name="csY14" fmla="*/ 571572 h 571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8090" h="571572">
                  <a:moveTo>
                    <a:pt x="0" y="0"/>
                  </a:moveTo>
                  <a:lnTo>
                    <a:pt x="111874" y="0"/>
                  </a:lnTo>
                  <a:lnTo>
                    <a:pt x="413946" y="0"/>
                  </a:lnTo>
                  <a:lnTo>
                    <a:pt x="590645" y="0"/>
                  </a:lnTo>
                  <a:lnTo>
                    <a:pt x="702519" y="0"/>
                  </a:lnTo>
                  <a:lnTo>
                    <a:pt x="1004591" y="0"/>
                  </a:lnTo>
                  <a:lnTo>
                    <a:pt x="1014908" y="37507"/>
                  </a:lnTo>
                  <a:cubicBezTo>
                    <a:pt x="1021031" y="74655"/>
                    <a:pt x="1019011" y="115384"/>
                    <a:pt x="1002739" y="157956"/>
                  </a:cubicBezTo>
                  <a:cubicBezTo>
                    <a:pt x="953902" y="285673"/>
                    <a:pt x="847678" y="406671"/>
                    <a:pt x="790558" y="518468"/>
                  </a:cubicBezTo>
                  <a:lnTo>
                    <a:pt x="767459" y="571572"/>
                  </a:lnTo>
                  <a:lnTo>
                    <a:pt x="465387" y="571572"/>
                  </a:lnTo>
                  <a:lnTo>
                    <a:pt x="413946" y="571572"/>
                  </a:lnTo>
                  <a:lnTo>
                    <a:pt x="353513" y="571572"/>
                  </a:lnTo>
                  <a:lnTo>
                    <a:pt x="111874" y="571572"/>
                  </a:lnTo>
                  <a:lnTo>
                    <a:pt x="0" y="571572"/>
                  </a:lnTo>
                  <a:close/>
                </a:path>
              </a:pathLst>
            </a:custGeom>
            <a:solidFill>
              <a:srgbClr val="656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58637" y="1984630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711509" y="2039118"/>
              <a:ext cx="2319655" cy="36830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rPr>
                <a:t>被测项目与测试范围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</p:grp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456565" y="823595"/>
            <a:ext cx="5033645" cy="2605405"/>
          </a:xfrm>
          <a:prstGeom prst="rect">
            <a:avLst/>
          </a:prstGeom>
          <a:solidFill>
            <a:schemeClr val="bg1"/>
          </a:solidFill>
          <a:ln w="4286" cap="flat">
            <a:solidFill>
              <a:srgbClr val="DDE7E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 b="1"/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781147" y="1091619"/>
            <a:ext cx="783664" cy="783664"/>
          </a:xfrm>
          <a:prstGeom prst="ellipse">
            <a:avLst/>
          </a:prstGeom>
          <a:solidFill>
            <a:srgbClr val="CAA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cs typeface="+mn-ea"/>
            </a:endParaRPr>
          </a:p>
        </p:txBody>
      </p:sp>
      <p:sp>
        <p:nvSpPr>
          <p:cNvPr id="7" name="椭圆 70" descr="D:\51PPT模板网\51pptmoban.com\图片.jpg"/>
          <p:cNvSpPr/>
          <p:nvPr>
            <p:custDataLst>
              <p:tags r:id="rId3"/>
            </p:custDataLst>
          </p:nvPr>
        </p:nvSpPr>
        <p:spPr>
          <a:xfrm>
            <a:off x="980085" y="1277681"/>
            <a:ext cx="402893" cy="369859"/>
          </a:xfrm>
          <a:custGeom>
            <a:avLst/>
            <a:gdLst>
              <a:gd name="connsiteX0" fmla="*/ 117399 w 337212"/>
              <a:gd name="connsiteY0" fmla="*/ 192088 h 309563"/>
              <a:gd name="connsiteX1" fmla="*/ 130099 w 337212"/>
              <a:gd name="connsiteY1" fmla="*/ 196036 h 309563"/>
              <a:gd name="connsiteX2" fmla="*/ 130099 w 337212"/>
              <a:gd name="connsiteY2" fmla="*/ 278941 h 309563"/>
              <a:gd name="connsiteX3" fmla="*/ 117399 w 337212"/>
              <a:gd name="connsiteY3" fmla="*/ 292101 h 309563"/>
              <a:gd name="connsiteX4" fmla="*/ 176137 w 337212"/>
              <a:gd name="connsiteY4" fmla="*/ 187325 h 309563"/>
              <a:gd name="connsiteX5" fmla="*/ 187250 w 337212"/>
              <a:gd name="connsiteY5" fmla="*/ 191271 h 309563"/>
              <a:gd name="connsiteX6" fmla="*/ 187250 w 337212"/>
              <a:gd name="connsiteY6" fmla="*/ 267562 h 309563"/>
              <a:gd name="connsiteX7" fmla="*/ 176137 w 337212"/>
              <a:gd name="connsiteY7" fmla="*/ 279400 h 309563"/>
              <a:gd name="connsiteX8" fmla="*/ 176137 w 337212"/>
              <a:gd name="connsiteY8" fmla="*/ 187325 h 309563"/>
              <a:gd name="connsiteX9" fmla="*/ 231699 w 337212"/>
              <a:gd name="connsiteY9" fmla="*/ 180975 h 309563"/>
              <a:gd name="connsiteX10" fmla="*/ 239637 w 337212"/>
              <a:gd name="connsiteY10" fmla="*/ 184982 h 309563"/>
              <a:gd name="connsiteX11" fmla="*/ 239637 w 337212"/>
              <a:gd name="connsiteY11" fmla="*/ 254429 h 309563"/>
              <a:gd name="connsiteX12" fmla="*/ 231699 w 337212"/>
              <a:gd name="connsiteY12" fmla="*/ 265113 h 309563"/>
              <a:gd name="connsiteX13" fmla="*/ 277737 w 337212"/>
              <a:gd name="connsiteY13" fmla="*/ 177800 h 309563"/>
              <a:gd name="connsiteX14" fmla="*/ 287262 w 337212"/>
              <a:gd name="connsiteY14" fmla="*/ 180398 h 309563"/>
              <a:gd name="connsiteX15" fmla="*/ 287262 w 337212"/>
              <a:gd name="connsiteY15" fmla="*/ 238847 h 309563"/>
              <a:gd name="connsiteX16" fmla="*/ 277737 w 337212"/>
              <a:gd name="connsiteY16" fmla="*/ 249238 h 309563"/>
              <a:gd name="connsiteX17" fmla="*/ 280912 w 337212"/>
              <a:gd name="connsiteY17" fmla="*/ 92075 h 309563"/>
              <a:gd name="connsiteX18" fmla="*/ 307493 w 337212"/>
              <a:gd name="connsiteY18" fmla="*/ 92075 h 309563"/>
              <a:gd name="connsiteX19" fmla="*/ 315468 w 337212"/>
              <a:gd name="connsiteY19" fmla="*/ 97314 h 309563"/>
              <a:gd name="connsiteX20" fmla="*/ 336733 w 337212"/>
              <a:gd name="connsiteY20" fmla="*/ 158869 h 309563"/>
              <a:gd name="connsiteX21" fmla="*/ 331417 w 337212"/>
              <a:gd name="connsiteY21" fmla="*/ 169347 h 309563"/>
              <a:gd name="connsiteX22" fmla="*/ 320784 w 337212"/>
              <a:gd name="connsiteY22" fmla="*/ 164108 h 309563"/>
              <a:gd name="connsiteX23" fmla="*/ 314139 w 337212"/>
              <a:gd name="connsiteY23" fmla="*/ 145772 h 309563"/>
              <a:gd name="connsiteX24" fmla="*/ 314139 w 337212"/>
              <a:gd name="connsiteY24" fmla="*/ 238761 h 309563"/>
              <a:gd name="connsiteX25" fmla="*/ 304835 w 337212"/>
              <a:gd name="connsiteY25" fmla="*/ 249238 h 309563"/>
              <a:gd name="connsiteX26" fmla="*/ 294203 w 337212"/>
              <a:gd name="connsiteY26" fmla="*/ 238761 h 309563"/>
              <a:gd name="connsiteX27" fmla="*/ 294203 w 337212"/>
              <a:gd name="connsiteY27" fmla="*/ 179824 h 309563"/>
              <a:gd name="connsiteX28" fmla="*/ 288886 w 337212"/>
              <a:gd name="connsiteY28" fmla="*/ 179824 h 309563"/>
              <a:gd name="connsiteX29" fmla="*/ 294203 w 337212"/>
              <a:gd name="connsiteY29" fmla="*/ 178515 h 309563"/>
              <a:gd name="connsiteX30" fmla="*/ 304835 w 337212"/>
              <a:gd name="connsiteY30" fmla="*/ 157560 h 309563"/>
              <a:gd name="connsiteX31" fmla="*/ 280912 w 337212"/>
              <a:gd name="connsiteY31" fmla="*/ 92075 h 309563"/>
              <a:gd name="connsiteX32" fmla="*/ 231699 w 337212"/>
              <a:gd name="connsiteY32" fmla="*/ 82550 h 309563"/>
              <a:gd name="connsiteX33" fmla="*/ 243745 w 337212"/>
              <a:gd name="connsiteY33" fmla="*/ 82550 h 309563"/>
              <a:gd name="connsiteX34" fmla="*/ 262484 w 337212"/>
              <a:gd name="connsiteY34" fmla="*/ 82550 h 309563"/>
              <a:gd name="connsiteX35" fmla="*/ 273192 w 337212"/>
              <a:gd name="connsiteY35" fmla="*/ 89117 h 309563"/>
              <a:gd name="connsiteX36" fmla="*/ 297285 w 337212"/>
              <a:gd name="connsiteY36" fmla="*/ 160041 h 309563"/>
              <a:gd name="connsiteX37" fmla="*/ 291931 w 337212"/>
              <a:gd name="connsiteY37" fmla="*/ 171861 h 309563"/>
              <a:gd name="connsiteX38" fmla="*/ 279885 w 337212"/>
              <a:gd name="connsiteY38" fmla="*/ 166608 h 309563"/>
              <a:gd name="connsiteX39" fmla="*/ 271854 w 337212"/>
              <a:gd name="connsiteY39" fmla="*/ 144280 h 309563"/>
              <a:gd name="connsiteX40" fmla="*/ 271854 w 337212"/>
              <a:gd name="connsiteY40" fmla="*/ 253292 h 309563"/>
              <a:gd name="connsiteX41" fmla="*/ 259807 w 337212"/>
              <a:gd name="connsiteY41" fmla="*/ 265113 h 309563"/>
              <a:gd name="connsiteX42" fmla="*/ 247761 w 337212"/>
              <a:gd name="connsiteY42" fmla="*/ 253292 h 309563"/>
              <a:gd name="connsiteX43" fmla="*/ 247761 w 337212"/>
              <a:gd name="connsiteY43" fmla="*/ 183682 h 309563"/>
              <a:gd name="connsiteX44" fmla="*/ 258469 w 337212"/>
              <a:gd name="connsiteY44" fmla="*/ 160041 h 309563"/>
              <a:gd name="connsiteX45" fmla="*/ 231699 w 337212"/>
              <a:gd name="connsiteY45" fmla="*/ 82550 h 309563"/>
              <a:gd name="connsiteX46" fmla="*/ 177724 w 337212"/>
              <a:gd name="connsiteY46" fmla="*/ 77788 h 309563"/>
              <a:gd name="connsiteX47" fmla="*/ 214510 w 337212"/>
              <a:gd name="connsiteY47" fmla="*/ 77788 h 309563"/>
              <a:gd name="connsiteX48" fmla="*/ 225021 w 337212"/>
              <a:gd name="connsiteY48" fmla="*/ 85643 h 309563"/>
              <a:gd name="connsiteX49" fmla="*/ 252610 w 337212"/>
              <a:gd name="connsiteY49" fmla="*/ 162884 h 309563"/>
              <a:gd name="connsiteX50" fmla="*/ 246041 w 337212"/>
              <a:gd name="connsiteY50" fmla="*/ 175976 h 309563"/>
              <a:gd name="connsiteX51" fmla="*/ 231590 w 337212"/>
              <a:gd name="connsiteY51" fmla="*/ 169430 h 309563"/>
              <a:gd name="connsiteX52" fmla="*/ 223707 w 337212"/>
              <a:gd name="connsiteY52" fmla="*/ 145865 h 309563"/>
              <a:gd name="connsiteX53" fmla="*/ 223707 w 337212"/>
              <a:gd name="connsiteY53" fmla="*/ 266309 h 309563"/>
              <a:gd name="connsiteX54" fmla="*/ 210569 w 337212"/>
              <a:gd name="connsiteY54" fmla="*/ 279401 h 309563"/>
              <a:gd name="connsiteX55" fmla="*/ 198745 w 337212"/>
              <a:gd name="connsiteY55" fmla="*/ 266309 h 309563"/>
              <a:gd name="connsiteX56" fmla="*/ 198745 w 337212"/>
              <a:gd name="connsiteY56" fmla="*/ 189068 h 309563"/>
              <a:gd name="connsiteX57" fmla="*/ 197759 w 337212"/>
              <a:gd name="connsiteY57" fmla="*/ 189068 h 309563"/>
              <a:gd name="connsiteX58" fmla="*/ 194803 w 337212"/>
              <a:gd name="connsiteY58" fmla="*/ 189068 h 309563"/>
              <a:gd name="connsiteX59" fmla="*/ 206628 w 337212"/>
              <a:gd name="connsiteY59" fmla="*/ 178595 h 309563"/>
              <a:gd name="connsiteX60" fmla="*/ 206628 w 337212"/>
              <a:gd name="connsiteY60" fmla="*/ 162884 h 309563"/>
              <a:gd name="connsiteX61" fmla="*/ 177724 w 337212"/>
              <a:gd name="connsiteY61" fmla="*/ 79097 h 309563"/>
              <a:gd name="connsiteX62" fmla="*/ 177724 w 337212"/>
              <a:gd name="connsiteY62" fmla="*/ 77788 h 309563"/>
              <a:gd name="connsiteX63" fmla="*/ 120574 w 337212"/>
              <a:gd name="connsiteY63" fmla="*/ 73025 h 309563"/>
              <a:gd name="connsiteX64" fmla="*/ 157008 w 337212"/>
              <a:gd name="connsiteY64" fmla="*/ 73025 h 309563"/>
              <a:gd name="connsiteX65" fmla="*/ 168720 w 337212"/>
              <a:gd name="connsiteY65" fmla="*/ 80953 h 309563"/>
              <a:gd name="connsiteX66" fmla="*/ 197347 w 337212"/>
              <a:gd name="connsiteY66" fmla="*/ 166840 h 309563"/>
              <a:gd name="connsiteX67" fmla="*/ 190840 w 337212"/>
              <a:gd name="connsiteY67" fmla="*/ 181375 h 309563"/>
              <a:gd name="connsiteX68" fmla="*/ 176527 w 337212"/>
              <a:gd name="connsiteY68" fmla="*/ 173447 h 309563"/>
              <a:gd name="connsiteX69" fmla="*/ 167418 w 337212"/>
              <a:gd name="connsiteY69" fmla="*/ 148341 h 309563"/>
              <a:gd name="connsiteX70" fmla="*/ 167418 w 337212"/>
              <a:gd name="connsiteY70" fmla="*/ 279153 h 309563"/>
              <a:gd name="connsiteX71" fmla="*/ 153105 w 337212"/>
              <a:gd name="connsiteY71" fmla="*/ 293688 h 309563"/>
              <a:gd name="connsiteX72" fmla="*/ 140093 w 337212"/>
              <a:gd name="connsiteY72" fmla="*/ 279153 h 309563"/>
              <a:gd name="connsiteX73" fmla="*/ 140093 w 337212"/>
              <a:gd name="connsiteY73" fmla="*/ 195909 h 309563"/>
              <a:gd name="connsiteX74" fmla="*/ 133586 w 337212"/>
              <a:gd name="connsiteY74" fmla="*/ 195909 h 309563"/>
              <a:gd name="connsiteX75" fmla="*/ 138791 w 337212"/>
              <a:gd name="connsiteY75" fmla="*/ 194588 h 309563"/>
              <a:gd name="connsiteX76" fmla="*/ 151804 w 337212"/>
              <a:gd name="connsiteY76" fmla="*/ 166840 h 309563"/>
              <a:gd name="connsiteX77" fmla="*/ 120574 w 337212"/>
              <a:gd name="connsiteY77" fmla="*/ 73025 h 309563"/>
              <a:gd name="connsiteX78" fmla="*/ 46220 w 337212"/>
              <a:gd name="connsiteY78" fmla="*/ 66675 h 309563"/>
              <a:gd name="connsiteX79" fmla="*/ 72821 w 337212"/>
              <a:gd name="connsiteY79" fmla="*/ 66675 h 309563"/>
              <a:gd name="connsiteX80" fmla="*/ 98092 w 337212"/>
              <a:gd name="connsiteY80" fmla="*/ 66675 h 309563"/>
              <a:gd name="connsiteX81" fmla="*/ 111393 w 337212"/>
              <a:gd name="connsiteY81" fmla="*/ 74595 h 309563"/>
              <a:gd name="connsiteX82" fmla="*/ 143315 w 337212"/>
              <a:gd name="connsiteY82" fmla="*/ 169638 h 309563"/>
              <a:gd name="connsiteX83" fmla="*/ 135334 w 337212"/>
              <a:gd name="connsiteY83" fmla="*/ 185479 h 309563"/>
              <a:gd name="connsiteX84" fmla="*/ 119374 w 337212"/>
              <a:gd name="connsiteY84" fmla="*/ 177559 h 309563"/>
              <a:gd name="connsiteX85" fmla="*/ 108733 w 337212"/>
              <a:gd name="connsiteY85" fmla="*/ 148518 h 309563"/>
              <a:gd name="connsiteX86" fmla="*/ 108733 w 337212"/>
              <a:gd name="connsiteY86" fmla="*/ 295043 h 309563"/>
              <a:gd name="connsiteX87" fmla="*/ 94102 w 337212"/>
              <a:gd name="connsiteY87" fmla="*/ 309563 h 309563"/>
              <a:gd name="connsiteX88" fmla="*/ 78141 w 337212"/>
              <a:gd name="connsiteY88" fmla="*/ 295043 h 309563"/>
              <a:gd name="connsiteX89" fmla="*/ 78141 w 337212"/>
              <a:gd name="connsiteY89" fmla="*/ 202640 h 309563"/>
              <a:gd name="connsiteX90" fmla="*/ 66171 w 337212"/>
              <a:gd name="connsiteY90" fmla="*/ 202640 h 309563"/>
              <a:gd name="connsiteX91" fmla="*/ 66171 w 337212"/>
              <a:gd name="connsiteY91" fmla="*/ 295043 h 309563"/>
              <a:gd name="connsiteX92" fmla="*/ 50210 w 337212"/>
              <a:gd name="connsiteY92" fmla="*/ 309563 h 309563"/>
              <a:gd name="connsiteX93" fmla="*/ 35579 w 337212"/>
              <a:gd name="connsiteY93" fmla="*/ 295043 h 309563"/>
              <a:gd name="connsiteX94" fmla="*/ 35579 w 337212"/>
              <a:gd name="connsiteY94" fmla="*/ 148518 h 309563"/>
              <a:gd name="connsiteX95" fmla="*/ 24938 w 337212"/>
              <a:gd name="connsiteY95" fmla="*/ 177559 h 309563"/>
              <a:gd name="connsiteX96" fmla="*/ 8978 w 337212"/>
              <a:gd name="connsiteY96" fmla="*/ 185479 h 309563"/>
              <a:gd name="connsiteX97" fmla="*/ 997 w 337212"/>
              <a:gd name="connsiteY97" fmla="*/ 169638 h 309563"/>
              <a:gd name="connsiteX98" fmla="*/ 32919 w 337212"/>
              <a:gd name="connsiteY98" fmla="*/ 74595 h 309563"/>
              <a:gd name="connsiteX99" fmla="*/ 46220 w 337212"/>
              <a:gd name="connsiteY99" fmla="*/ 66675 h 309563"/>
              <a:gd name="connsiteX100" fmla="*/ 289643 w 337212"/>
              <a:gd name="connsiteY100" fmla="*/ 49213 h 309563"/>
              <a:gd name="connsiteX101" fmla="*/ 309487 w 337212"/>
              <a:gd name="connsiteY101" fmla="*/ 68263 h 309563"/>
              <a:gd name="connsiteX102" fmla="*/ 289643 w 337212"/>
              <a:gd name="connsiteY102" fmla="*/ 87313 h 309563"/>
              <a:gd name="connsiteX103" fmla="*/ 269799 w 337212"/>
              <a:gd name="connsiteY103" fmla="*/ 68263 h 309563"/>
              <a:gd name="connsiteX104" fmla="*/ 271122 w 337212"/>
              <a:gd name="connsiteY104" fmla="*/ 68263 h 309563"/>
              <a:gd name="connsiteX105" fmla="*/ 272445 w 337212"/>
              <a:gd name="connsiteY105" fmla="*/ 59373 h 309563"/>
              <a:gd name="connsiteX106" fmla="*/ 289643 w 337212"/>
              <a:gd name="connsiteY106" fmla="*/ 49213 h 309563"/>
              <a:gd name="connsiteX107" fmla="*/ 244544 w 337212"/>
              <a:gd name="connsiteY107" fmla="*/ 33338 h 309563"/>
              <a:gd name="connsiteX108" fmla="*/ 266625 w 337212"/>
              <a:gd name="connsiteY108" fmla="*/ 55699 h 309563"/>
              <a:gd name="connsiteX109" fmla="*/ 244544 w 337212"/>
              <a:gd name="connsiteY109" fmla="*/ 79376 h 309563"/>
              <a:gd name="connsiteX110" fmla="*/ 223762 w 337212"/>
              <a:gd name="connsiteY110" fmla="*/ 63592 h 309563"/>
              <a:gd name="connsiteX111" fmla="*/ 226360 w 337212"/>
              <a:gd name="connsiteY111" fmla="*/ 49123 h 309563"/>
              <a:gd name="connsiteX112" fmla="*/ 226360 w 337212"/>
              <a:gd name="connsiteY112" fmla="*/ 43861 h 309563"/>
              <a:gd name="connsiteX113" fmla="*/ 244544 w 337212"/>
              <a:gd name="connsiteY113" fmla="*/ 33338 h 309563"/>
              <a:gd name="connsiteX114" fmla="*/ 192806 w 337212"/>
              <a:gd name="connsiteY114" fmla="*/ 23813 h 309563"/>
              <a:gd name="connsiteX115" fmla="*/ 217412 w 337212"/>
              <a:gd name="connsiteY115" fmla="*/ 48420 h 309563"/>
              <a:gd name="connsiteX116" fmla="*/ 192806 w 337212"/>
              <a:gd name="connsiteY116" fmla="*/ 73026 h 309563"/>
              <a:gd name="connsiteX117" fmla="*/ 168199 w 337212"/>
              <a:gd name="connsiteY117" fmla="*/ 51010 h 309563"/>
              <a:gd name="connsiteX118" fmla="*/ 170789 w 337212"/>
              <a:gd name="connsiteY118" fmla="*/ 39354 h 309563"/>
              <a:gd name="connsiteX119" fmla="*/ 170789 w 337212"/>
              <a:gd name="connsiteY119" fmla="*/ 38059 h 309563"/>
              <a:gd name="connsiteX120" fmla="*/ 192806 w 337212"/>
              <a:gd name="connsiteY120" fmla="*/ 23813 h 309563"/>
              <a:gd name="connsiteX121" fmla="*/ 133275 w 337212"/>
              <a:gd name="connsiteY121" fmla="*/ 12700 h 309563"/>
              <a:gd name="connsiteX122" fmla="*/ 160262 w 337212"/>
              <a:gd name="connsiteY122" fmla="*/ 39029 h 309563"/>
              <a:gd name="connsiteX123" fmla="*/ 133275 w 337212"/>
              <a:gd name="connsiteY123" fmla="*/ 66675 h 309563"/>
              <a:gd name="connsiteX124" fmla="*/ 106287 w 337212"/>
              <a:gd name="connsiteY124" fmla="*/ 48245 h 309563"/>
              <a:gd name="connsiteX125" fmla="*/ 111685 w 337212"/>
              <a:gd name="connsiteY125" fmla="*/ 29814 h 309563"/>
              <a:gd name="connsiteX126" fmla="*/ 110335 w 337212"/>
              <a:gd name="connsiteY126" fmla="*/ 23232 h 309563"/>
              <a:gd name="connsiteX127" fmla="*/ 133275 w 337212"/>
              <a:gd name="connsiteY127" fmla="*/ 12700 h 309563"/>
              <a:gd name="connsiteX128" fmla="*/ 72809 w 337212"/>
              <a:gd name="connsiteY128" fmla="*/ 0 h 309563"/>
              <a:gd name="connsiteX129" fmla="*/ 101525 w 337212"/>
              <a:gd name="connsiteY129" fmla="*/ 30163 h 309563"/>
              <a:gd name="connsiteX130" fmla="*/ 72809 w 337212"/>
              <a:gd name="connsiteY130" fmla="*/ 60325 h 309563"/>
              <a:gd name="connsiteX131" fmla="*/ 42787 w 337212"/>
              <a:gd name="connsiteY131" fmla="*/ 30163 h 309563"/>
              <a:gd name="connsiteX132" fmla="*/ 72809 w 337212"/>
              <a:gd name="connsiteY132" fmla="*/ 0 h 30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337212" h="309563">
                <a:moveTo>
                  <a:pt x="117399" y="192088"/>
                </a:moveTo>
                <a:cubicBezTo>
                  <a:pt x="121632" y="194720"/>
                  <a:pt x="125866" y="196036"/>
                  <a:pt x="130099" y="196036"/>
                </a:cubicBezTo>
                <a:cubicBezTo>
                  <a:pt x="130099" y="196036"/>
                  <a:pt x="130099" y="196036"/>
                  <a:pt x="130099" y="278941"/>
                </a:cubicBezTo>
                <a:cubicBezTo>
                  <a:pt x="130099" y="285521"/>
                  <a:pt x="124455" y="290785"/>
                  <a:pt x="117399" y="292101"/>
                </a:cubicBezTo>
                <a:close/>
                <a:moveTo>
                  <a:pt x="176137" y="187325"/>
                </a:moveTo>
                <a:cubicBezTo>
                  <a:pt x="179841" y="189956"/>
                  <a:pt x="183546" y="191271"/>
                  <a:pt x="187250" y="191271"/>
                </a:cubicBezTo>
                <a:cubicBezTo>
                  <a:pt x="187250" y="191271"/>
                  <a:pt x="187250" y="191271"/>
                  <a:pt x="187250" y="267562"/>
                </a:cubicBezTo>
                <a:cubicBezTo>
                  <a:pt x="187250" y="274139"/>
                  <a:pt x="182311" y="279400"/>
                  <a:pt x="176137" y="279400"/>
                </a:cubicBezTo>
                <a:cubicBezTo>
                  <a:pt x="176137" y="279400"/>
                  <a:pt x="176137" y="279400"/>
                  <a:pt x="176137" y="187325"/>
                </a:cubicBezTo>
                <a:close/>
                <a:moveTo>
                  <a:pt x="231699" y="180975"/>
                </a:moveTo>
                <a:cubicBezTo>
                  <a:pt x="233967" y="183646"/>
                  <a:pt x="236235" y="183646"/>
                  <a:pt x="239637" y="184982"/>
                </a:cubicBezTo>
                <a:cubicBezTo>
                  <a:pt x="239637" y="184982"/>
                  <a:pt x="239637" y="184982"/>
                  <a:pt x="239637" y="254429"/>
                </a:cubicBezTo>
                <a:cubicBezTo>
                  <a:pt x="239637" y="259771"/>
                  <a:pt x="236235" y="263778"/>
                  <a:pt x="231699" y="265113"/>
                </a:cubicBezTo>
                <a:close/>
                <a:moveTo>
                  <a:pt x="277737" y="177800"/>
                </a:moveTo>
                <a:cubicBezTo>
                  <a:pt x="280458" y="179099"/>
                  <a:pt x="283180" y="180398"/>
                  <a:pt x="287262" y="180398"/>
                </a:cubicBezTo>
                <a:cubicBezTo>
                  <a:pt x="287262" y="180398"/>
                  <a:pt x="287262" y="180398"/>
                  <a:pt x="287262" y="238847"/>
                </a:cubicBezTo>
                <a:cubicBezTo>
                  <a:pt x="287262" y="244043"/>
                  <a:pt x="283180" y="247939"/>
                  <a:pt x="277737" y="249238"/>
                </a:cubicBezTo>
                <a:close/>
                <a:moveTo>
                  <a:pt x="280912" y="92075"/>
                </a:moveTo>
                <a:cubicBezTo>
                  <a:pt x="282241" y="92075"/>
                  <a:pt x="306164" y="92075"/>
                  <a:pt x="307493" y="92075"/>
                </a:cubicBezTo>
                <a:cubicBezTo>
                  <a:pt x="311481" y="92075"/>
                  <a:pt x="314139" y="94694"/>
                  <a:pt x="315468" y="97314"/>
                </a:cubicBezTo>
                <a:cubicBezTo>
                  <a:pt x="315468" y="97314"/>
                  <a:pt x="315468" y="97314"/>
                  <a:pt x="336733" y="158869"/>
                </a:cubicBezTo>
                <a:cubicBezTo>
                  <a:pt x="338062" y="162798"/>
                  <a:pt x="336733" y="168037"/>
                  <a:pt x="331417" y="169347"/>
                </a:cubicBezTo>
                <a:cubicBezTo>
                  <a:pt x="327430" y="170657"/>
                  <a:pt x="322113" y="168037"/>
                  <a:pt x="320784" y="164108"/>
                </a:cubicBezTo>
                <a:cubicBezTo>
                  <a:pt x="320784" y="164108"/>
                  <a:pt x="320784" y="164108"/>
                  <a:pt x="314139" y="145772"/>
                </a:cubicBezTo>
                <a:cubicBezTo>
                  <a:pt x="314139" y="145772"/>
                  <a:pt x="314139" y="145772"/>
                  <a:pt x="314139" y="238761"/>
                </a:cubicBezTo>
                <a:cubicBezTo>
                  <a:pt x="314139" y="243999"/>
                  <a:pt x="310152" y="249238"/>
                  <a:pt x="304835" y="249238"/>
                </a:cubicBezTo>
                <a:cubicBezTo>
                  <a:pt x="299519" y="249238"/>
                  <a:pt x="294203" y="243999"/>
                  <a:pt x="294203" y="238761"/>
                </a:cubicBezTo>
                <a:cubicBezTo>
                  <a:pt x="294203" y="238761"/>
                  <a:pt x="294203" y="238761"/>
                  <a:pt x="294203" y="179824"/>
                </a:cubicBezTo>
                <a:cubicBezTo>
                  <a:pt x="294203" y="179824"/>
                  <a:pt x="294203" y="179824"/>
                  <a:pt x="288886" y="179824"/>
                </a:cubicBezTo>
                <a:cubicBezTo>
                  <a:pt x="291545" y="179824"/>
                  <a:pt x="292874" y="179824"/>
                  <a:pt x="294203" y="178515"/>
                </a:cubicBezTo>
                <a:cubicBezTo>
                  <a:pt x="302177" y="175895"/>
                  <a:pt x="307493" y="166727"/>
                  <a:pt x="304835" y="157560"/>
                </a:cubicBezTo>
                <a:cubicBezTo>
                  <a:pt x="304835" y="157560"/>
                  <a:pt x="304835" y="157560"/>
                  <a:pt x="280912" y="92075"/>
                </a:cubicBezTo>
                <a:close/>
                <a:moveTo>
                  <a:pt x="231699" y="82550"/>
                </a:moveTo>
                <a:cubicBezTo>
                  <a:pt x="235715" y="82550"/>
                  <a:pt x="239730" y="82550"/>
                  <a:pt x="243745" y="82550"/>
                </a:cubicBezTo>
                <a:cubicBezTo>
                  <a:pt x="253115" y="82550"/>
                  <a:pt x="262484" y="82550"/>
                  <a:pt x="262484" y="82550"/>
                </a:cubicBezTo>
                <a:cubicBezTo>
                  <a:pt x="267838" y="82550"/>
                  <a:pt x="271854" y="85177"/>
                  <a:pt x="273192" y="89117"/>
                </a:cubicBezTo>
                <a:cubicBezTo>
                  <a:pt x="273192" y="89117"/>
                  <a:pt x="273192" y="89117"/>
                  <a:pt x="297285" y="160041"/>
                </a:cubicBezTo>
                <a:cubicBezTo>
                  <a:pt x="299962" y="165294"/>
                  <a:pt x="297285" y="170548"/>
                  <a:pt x="291931" y="171861"/>
                </a:cubicBezTo>
                <a:cubicBezTo>
                  <a:pt x="286577" y="174488"/>
                  <a:pt x="281223" y="170548"/>
                  <a:pt x="279885" y="166608"/>
                </a:cubicBezTo>
                <a:cubicBezTo>
                  <a:pt x="279885" y="166608"/>
                  <a:pt x="279885" y="166608"/>
                  <a:pt x="271854" y="144280"/>
                </a:cubicBezTo>
                <a:cubicBezTo>
                  <a:pt x="271854" y="144280"/>
                  <a:pt x="271854" y="144280"/>
                  <a:pt x="271854" y="253292"/>
                </a:cubicBezTo>
                <a:cubicBezTo>
                  <a:pt x="271854" y="259859"/>
                  <a:pt x="266500" y="265113"/>
                  <a:pt x="259807" y="265113"/>
                </a:cubicBezTo>
                <a:cubicBezTo>
                  <a:pt x="253115" y="265113"/>
                  <a:pt x="247761" y="259859"/>
                  <a:pt x="247761" y="253292"/>
                </a:cubicBezTo>
                <a:cubicBezTo>
                  <a:pt x="247761" y="253292"/>
                  <a:pt x="247761" y="253292"/>
                  <a:pt x="247761" y="183682"/>
                </a:cubicBezTo>
                <a:cubicBezTo>
                  <a:pt x="257130" y="179742"/>
                  <a:pt x="262484" y="169235"/>
                  <a:pt x="258469" y="160041"/>
                </a:cubicBezTo>
                <a:cubicBezTo>
                  <a:pt x="258469" y="160041"/>
                  <a:pt x="258469" y="160041"/>
                  <a:pt x="231699" y="82550"/>
                </a:cubicBezTo>
                <a:close/>
                <a:moveTo>
                  <a:pt x="177724" y="77788"/>
                </a:moveTo>
                <a:cubicBezTo>
                  <a:pt x="177724" y="77788"/>
                  <a:pt x="213196" y="77788"/>
                  <a:pt x="214510" y="77788"/>
                </a:cubicBezTo>
                <a:cubicBezTo>
                  <a:pt x="219765" y="77788"/>
                  <a:pt x="223707" y="80406"/>
                  <a:pt x="225021" y="85643"/>
                </a:cubicBezTo>
                <a:cubicBezTo>
                  <a:pt x="225021" y="85643"/>
                  <a:pt x="225021" y="85643"/>
                  <a:pt x="252610" y="162884"/>
                </a:cubicBezTo>
                <a:cubicBezTo>
                  <a:pt x="253924" y="168121"/>
                  <a:pt x="251296" y="174667"/>
                  <a:pt x="246041" y="175976"/>
                </a:cubicBezTo>
                <a:cubicBezTo>
                  <a:pt x="239472" y="178595"/>
                  <a:pt x="234217" y="175976"/>
                  <a:pt x="231590" y="169430"/>
                </a:cubicBezTo>
                <a:cubicBezTo>
                  <a:pt x="231590" y="169430"/>
                  <a:pt x="231590" y="169430"/>
                  <a:pt x="223707" y="145865"/>
                </a:cubicBezTo>
                <a:cubicBezTo>
                  <a:pt x="223707" y="145865"/>
                  <a:pt x="223707" y="145865"/>
                  <a:pt x="223707" y="266309"/>
                </a:cubicBezTo>
                <a:cubicBezTo>
                  <a:pt x="223707" y="272855"/>
                  <a:pt x="218452" y="279401"/>
                  <a:pt x="210569" y="279401"/>
                </a:cubicBezTo>
                <a:cubicBezTo>
                  <a:pt x="204000" y="279401"/>
                  <a:pt x="198745" y="272855"/>
                  <a:pt x="198745" y="266309"/>
                </a:cubicBezTo>
                <a:cubicBezTo>
                  <a:pt x="198745" y="266309"/>
                  <a:pt x="198745" y="266309"/>
                  <a:pt x="198745" y="189068"/>
                </a:cubicBezTo>
                <a:cubicBezTo>
                  <a:pt x="198745" y="189068"/>
                  <a:pt x="198745" y="189068"/>
                  <a:pt x="197759" y="189068"/>
                </a:cubicBezTo>
                <a:lnTo>
                  <a:pt x="194803" y="189068"/>
                </a:lnTo>
                <a:cubicBezTo>
                  <a:pt x="200059" y="187759"/>
                  <a:pt x="204000" y="183831"/>
                  <a:pt x="206628" y="178595"/>
                </a:cubicBezTo>
                <a:cubicBezTo>
                  <a:pt x="209255" y="173358"/>
                  <a:pt x="209255" y="168121"/>
                  <a:pt x="206628" y="162884"/>
                </a:cubicBezTo>
                <a:cubicBezTo>
                  <a:pt x="206628" y="162884"/>
                  <a:pt x="206628" y="162884"/>
                  <a:pt x="177724" y="79097"/>
                </a:cubicBezTo>
                <a:cubicBezTo>
                  <a:pt x="177724" y="79097"/>
                  <a:pt x="177724" y="77788"/>
                  <a:pt x="177724" y="77788"/>
                </a:cubicBezTo>
                <a:close/>
                <a:moveTo>
                  <a:pt x="120574" y="73025"/>
                </a:moveTo>
                <a:cubicBezTo>
                  <a:pt x="120574" y="73025"/>
                  <a:pt x="157008" y="73025"/>
                  <a:pt x="157008" y="73025"/>
                </a:cubicBezTo>
                <a:cubicBezTo>
                  <a:pt x="162213" y="73025"/>
                  <a:pt x="167418" y="75668"/>
                  <a:pt x="168720" y="80953"/>
                </a:cubicBezTo>
                <a:cubicBezTo>
                  <a:pt x="168720" y="80953"/>
                  <a:pt x="168720" y="80953"/>
                  <a:pt x="197347" y="166840"/>
                </a:cubicBezTo>
                <a:cubicBezTo>
                  <a:pt x="199949" y="172125"/>
                  <a:pt x="197347" y="178732"/>
                  <a:pt x="190840" y="181375"/>
                </a:cubicBezTo>
                <a:cubicBezTo>
                  <a:pt x="184334" y="184017"/>
                  <a:pt x="177828" y="180053"/>
                  <a:pt x="176527" y="173447"/>
                </a:cubicBezTo>
                <a:lnTo>
                  <a:pt x="167418" y="148341"/>
                </a:lnTo>
                <a:cubicBezTo>
                  <a:pt x="167418" y="148341"/>
                  <a:pt x="167418" y="148341"/>
                  <a:pt x="167418" y="279153"/>
                </a:cubicBezTo>
                <a:cubicBezTo>
                  <a:pt x="167418" y="287081"/>
                  <a:pt x="160912" y="293688"/>
                  <a:pt x="153105" y="293688"/>
                </a:cubicBezTo>
                <a:cubicBezTo>
                  <a:pt x="145297" y="293688"/>
                  <a:pt x="140093" y="287081"/>
                  <a:pt x="140093" y="279153"/>
                </a:cubicBezTo>
                <a:cubicBezTo>
                  <a:pt x="140093" y="279153"/>
                  <a:pt x="140093" y="279153"/>
                  <a:pt x="140093" y="195909"/>
                </a:cubicBezTo>
                <a:cubicBezTo>
                  <a:pt x="140093" y="195909"/>
                  <a:pt x="140093" y="195909"/>
                  <a:pt x="133586" y="195909"/>
                </a:cubicBezTo>
                <a:cubicBezTo>
                  <a:pt x="134888" y="195909"/>
                  <a:pt x="136189" y="195909"/>
                  <a:pt x="138791" y="194588"/>
                </a:cubicBezTo>
                <a:cubicBezTo>
                  <a:pt x="150502" y="190624"/>
                  <a:pt x="155707" y="177411"/>
                  <a:pt x="151804" y="166840"/>
                </a:cubicBezTo>
                <a:cubicBezTo>
                  <a:pt x="151804" y="166840"/>
                  <a:pt x="151804" y="166840"/>
                  <a:pt x="120574" y="73025"/>
                </a:cubicBezTo>
                <a:close/>
                <a:moveTo>
                  <a:pt x="46220" y="66675"/>
                </a:moveTo>
                <a:cubicBezTo>
                  <a:pt x="47550" y="66675"/>
                  <a:pt x="59520" y="66675"/>
                  <a:pt x="72821" y="66675"/>
                </a:cubicBezTo>
                <a:cubicBezTo>
                  <a:pt x="84792" y="66675"/>
                  <a:pt x="96762" y="66675"/>
                  <a:pt x="98092" y="66675"/>
                </a:cubicBezTo>
                <a:cubicBezTo>
                  <a:pt x="103413" y="66675"/>
                  <a:pt x="108733" y="69315"/>
                  <a:pt x="111393" y="74595"/>
                </a:cubicBezTo>
                <a:cubicBezTo>
                  <a:pt x="111393" y="74595"/>
                  <a:pt x="111393" y="74595"/>
                  <a:pt x="143315" y="169638"/>
                </a:cubicBezTo>
                <a:cubicBezTo>
                  <a:pt x="145975" y="176239"/>
                  <a:pt x="143315" y="184159"/>
                  <a:pt x="135334" y="185479"/>
                </a:cubicBezTo>
                <a:cubicBezTo>
                  <a:pt x="128684" y="188119"/>
                  <a:pt x="122034" y="184159"/>
                  <a:pt x="119374" y="177559"/>
                </a:cubicBezTo>
                <a:cubicBezTo>
                  <a:pt x="119374" y="177559"/>
                  <a:pt x="119374" y="177559"/>
                  <a:pt x="108733" y="148518"/>
                </a:cubicBezTo>
                <a:cubicBezTo>
                  <a:pt x="108733" y="148518"/>
                  <a:pt x="108733" y="148518"/>
                  <a:pt x="108733" y="295043"/>
                </a:cubicBezTo>
                <a:cubicBezTo>
                  <a:pt x="108733" y="302963"/>
                  <a:pt x="102083" y="309563"/>
                  <a:pt x="94102" y="309563"/>
                </a:cubicBezTo>
                <a:cubicBezTo>
                  <a:pt x="84792" y="309563"/>
                  <a:pt x="78141" y="302963"/>
                  <a:pt x="78141" y="295043"/>
                </a:cubicBezTo>
                <a:cubicBezTo>
                  <a:pt x="78141" y="295043"/>
                  <a:pt x="78141" y="295043"/>
                  <a:pt x="78141" y="202640"/>
                </a:cubicBezTo>
                <a:cubicBezTo>
                  <a:pt x="78141" y="202640"/>
                  <a:pt x="78141" y="202640"/>
                  <a:pt x="66171" y="202640"/>
                </a:cubicBezTo>
                <a:cubicBezTo>
                  <a:pt x="66171" y="202640"/>
                  <a:pt x="66171" y="202640"/>
                  <a:pt x="66171" y="295043"/>
                </a:cubicBezTo>
                <a:cubicBezTo>
                  <a:pt x="66171" y="302963"/>
                  <a:pt x="59520" y="309563"/>
                  <a:pt x="50210" y="309563"/>
                </a:cubicBezTo>
                <a:cubicBezTo>
                  <a:pt x="42229" y="309563"/>
                  <a:pt x="35579" y="302963"/>
                  <a:pt x="35579" y="295043"/>
                </a:cubicBezTo>
                <a:cubicBezTo>
                  <a:pt x="35579" y="295043"/>
                  <a:pt x="35579" y="295043"/>
                  <a:pt x="35579" y="148518"/>
                </a:cubicBezTo>
                <a:cubicBezTo>
                  <a:pt x="35579" y="148518"/>
                  <a:pt x="35579" y="148518"/>
                  <a:pt x="24938" y="177559"/>
                </a:cubicBezTo>
                <a:cubicBezTo>
                  <a:pt x="22278" y="184159"/>
                  <a:pt x="15628" y="188119"/>
                  <a:pt x="8978" y="185479"/>
                </a:cubicBezTo>
                <a:cubicBezTo>
                  <a:pt x="997" y="184159"/>
                  <a:pt x="-1663" y="176239"/>
                  <a:pt x="997" y="169638"/>
                </a:cubicBezTo>
                <a:cubicBezTo>
                  <a:pt x="997" y="169638"/>
                  <a:pt x="997" y="169638"/>
                  <a:pt x="32919" y="74595"/>
                </a:cubicBezTo>
                <a:cubicBezTo>
                  <a:pt x="35579" y="69315"/>
                  <a:pt x="40899" y="66675"/>
                  <a:pt x="46220" y="66675"/>
                </a:cubicBezTo>
                <a:close/>
                <a:moveTo>
                  <a:pt x="289643" y="49213"/>
                </a:moveTo>
                <a:cubicBezTo>
                  <a:pt x="301549" y="49213"/>
                  <a:pt x="309487" y="58103"/>
                  <a:pt x="309487" y="68263"/>
                </a:cubicBezTo>
                <a:cubicBezTo>
                  <a:pt x="309487" y="79693"/>
                  <a:pt x="300227" y="87313"/>
                  <a:pt x="289643" y="87313"/>
                </a:cubicBezTo>
                <a:cubicBezTo>
                  <a:pt x="280383" y="87313"/>
                  <a:pt x="269799" y="79693"/>
                  <a:pt x="269799" y="68263"/>
                </a:cubicBezTo>
                <a:cubicBezTo>
                  <a:pt x="269799" y="68263"/>
                  <a:pt x="271122" y="68263"/>
                  <a:pt x="271122" y="68263"/>
                </a:cubicBezTo>
                <a:cubicBezTo>
                  <a:pt x="271122" y="65723"/>
                  <a:pt x="272445" y="63183"/>
                  <a:pt x="272445" y="59373"/>
                </a:cubicBezTo>
                <a:cubicBezTo>
                  <a:pt x="276414" y="54293"/>
                  <a:pt x="283028" y="49213"/>
                  <a:pt x="289643" y="49213"/>
                </a:cubicBezTo>
                <a:close/>
                <a:moveTo>
                  <a:pt x="244544" y="33338"/>
                </a:moveTo>
                <a:cubicBezTo>
                  <a:pt x="257533" y="33338"/>
                  <a:pt x="266625" y="43861"/>
                  <a:pt x="266625" y="55699"/>
                </a:cubicBezTo>
                <a:cubicBezTo>
                  <a:pt x="266625" y="68853"/>
                  <a:pt x="256234" y="79376"/>
                  <a:pt x="244544" y="79376"/>
                </a:cubicBezTo>
                <a:cubicBezTo>
                  <a:pt x="235452" y="79376"/>
                  <a:pt x="226360" y="72799"/>
                  <a:pt x="223762" y="63592"/>
                </a:cubicBezTo>
                <a:cubicBezTo>
                  <a:pt x="225061" y="59645"/>
                  <a:pt x="226360" y="54384"/>
                  <a:pt x="226360" y="49123"/>
                </a:cubicBezTo>
                <a:cubicBezTo>
                  <a:pt x="226360" y="47807"/>
                  <a:pt x="226360" y="46492"/>
                  <a:pt x="226360" y="43861"/>
                </a:cubicBezTo>
                <a:cubicBezTo>
                  <a:pt x="230256" y="37284"/>
                  <a:pt x="236751" y="33338"/>
                  <a:pt x="244544" y="33338"/>
                </a:cubicBezTo>
                <a:close/>
                <a:moveTo>
                  <a:pt x="192806" y="23813"/>
                </a:moveTo>
                <a:cubicBezTo>
                  <a:pt x="205756" y="23813"/>
                  <a:pt x="217412" y="35469"/>
                  <a:pt x="217412" y="48420"/>
                </a:cubicBezTo>
                <a:cubicBezTo>
                  <a:pt x="217412" y="62665"/>
                  <a:pt x="205756" y="73026"/>
                  <a:pt x="192806" y="73026"/>
                </a:cubicBezTo>
                <a:cubicBezTo>
                  <a:pt x="179855" y="73026"/>
                  <a:pt x="169494" y="63961"/>
                  <a:pt x="168199" y="51010"/>
                </a:cubicBezTo>
                <a:cubicBezTo>
                  <a:pt x="169494" y="48420"/>
                  <a:pt x="170789" y="44534"/>
                  <a:pt x="170789" y="39354"/>
                </a:cubicBezTo>
                <a:cubicBezTo>
                  <a:pt x="170789" y="39354"/>
                  <a:pt x="170789" y="39354"/>
                  <a:pt x="170789" y="38059"/>
                </a:cubicBezTo>
                <a:cubicBezTo>
                  <a:pt x="174674" y="30288"/>
                  <a:pt x="182445" y="23813"/>
                  <a:pt x="192806" y="23813"/>
                </a:cubicBezTo>
                <a:close/>
                <a:moveTo>
                  <a:pt x="133275" y="12700"/>
                </a:moveTo>
                <a:cubicBezTo>
                  <a:pt x="148118" y="12700"/>
                  <a:pt x="160262" y="24548"/>
                  <a:pt x="160262" y="39029"/>
                </a:cubicBezTo>
                <a:cubicBezTo>
                  <a:pt x="160262" y="54827"/>
                  <a:pt x="148118" y="66675"/>
                  <a:pt x="133275" y="66675"/>
                </a:cubicBezTo>
                <a:cubicBezTo>
                  <a:pt x="121130" y="66675"/>
                  <a:pt x="110335" y="60093"/>
                  <a:pt x="106287" y="48245"/>
                </a:cubicBezTo>
                <a:cubicBezTo>
                  <a:pt x="108986" y="42979"/>
                  <a:pt x="111685" y="36396"/>
                  <a:pt x="111685" y="29814"/>
                </a:cubicBezTo>
                <a:cubicBezTo>
                  <a:pt x="111685" y="27181"/>
                  <a:pt x="110335" y="25865"/>
                  <a:pt x="110335" y="23232"/>
                </a:cubicBezTo>
                <a:cubicBezTo>
                  <a:pt x="115733" y="16649"/>
                  <a:pt x="123829" y="12700"/>
                  <a:pt x="133275" y="12700"/>
                </a:cubicBezTo>
                <a:close/>
                <a:moveTo>
                  <a:pt x="72809" y="0"/>
                </a:moveTo>
                <a:cubicBezTo>
                  <a:pt x="88472" y="0"/>
                  <a:pt x="101525" y="14426"/>
                  <a:pt x="101525" y="30163"/>
                </a:cubicBezTo>
                <a:cubicBezTo>
                  <a:pt x="101525" y="47211"/>
                  <a:pt x="87167" y="60325"/>
                  <a:pt x="72809" y="60325"/>
                </a:cubicBezTo>
                <a:cubicBezTo>
                  <a:pt x="57145" y="60325"/>
                  <a:pt x="42787" y="47211"/>
                  <a:pt x="42787" y="30163"/>
                </a:cubicBezTo>
                <a:cubicBezTo>
                  <a:pt x="42787" y="14426"/>
                  <a:pt x="55840" y="0"/>
                  <a:pt x="72809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b="1"/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5648325" y="823595"/>
            <a:ext cx="5438140" cy="2605405"/>
          </a:xfrm>
          <a:prstGeom prst="rect">
            <a:avLst/>
          </a:prstGeom>
          <a:solidFill>
            <a:schemeClr val="bg1"/>
          </a:solidFill>
          <a:ln w="4286" cap="flat">
            <a:solidFill>
              <a:srgbClr val="DDE7E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5962112" y="969271"/>
            <a:ext cx="783664" cy="783664"/>
          </a:xfrm>
          <a:prstGeom prst="ellipse">
            <a:avLst/>
          </a:prstGeom>
          <a:solidFill>
            <a:srgbClr val="656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7" name="椭圆 71" descr="D:\51PPT模板网\51pptmoban.com\图片.jpg"/>
          <p:cNvSpPr/>
          <p:nvPr>
            <p:custDataLst>
              <p:tags r:id="rId6"/>
            </p:custDataLst>
          </p:nvPr>
        </p:nvSpPr>
        <p:spPr>
          <a:xfrm>
            <a:off x="6203224" y="1138816"/>
            <a:ext cx="318547" cy="402893"/>
          </a:xfrm>
          <a:custGeom>
            <a:avLst/>
            <a:gdLst>
              <a:gd name="connsiteX0" fmla="*/ 126399 w 261072"/>
              <a:gd name="connsiteY0" fmla="*/ 143933 h 330200"/>
              <a:gd name="connsiteX1" fmla="*/ 114493 w 261072"/>
              <a:gd name="connsiteY1" fmla="*/ 165100 h 330200"/>
              <a:gd name="connsiteX2" fmla="*/ 135660 w 261072"/>
              <a:gd name="connsiteY2" fmla="*/ 179652 h 330200"/>
              <a:gd name="connsiteX3" fmla="*/ 148889 w 261072"/>
              <a:gd name="connsiteY3" fmla="*/ 157162 h 330200"/>
              <a:gd name="connsiteX4" fmla="*/ 126399 w 261072"/>
              <a:gd name="connsiteY4" fmla="*/ 143933 h 330200"/>
              <a:gd name="connsiteX5" fmla="*/ 62158 w 261072"/>
              <a:gd name="connsiteY5" fmla="*/ 142587 h 330200"/>
              <a:gd name="connsiteX6" fmla="*/ 59301 w 261072"/>
              <a:gd name="connsiteY6" fmla="*/ 149803 h 330200"/>
              <a:gd name="connsiteX7" fmla="*/ 67873 w 261072"/>
              <a:gd name="connsiteY7" fmla="*/ 154132 h 330200"/>
              <a:gd name="connsiteX8" fmla="*/ 70731 w 261072"/>
              <a:gd name="connsiteY8" fmla="*/ 145473 h 330200"/>
              <a:gd name="connsiteX9" fmla="*/ 62158 w 261072"/>
              <a:gd name="connsiteY9" fmla="*/ 142587 h 330200"/>
              <a:gd name="connsiteX10" fmla="*/ 60253 w 261072"/>
              <a:gd name="connsiteY10" fmla="*/ 111601 h 330200"/>
              <a:gd name="connsiteX11" fmla="*/ 50887 w 261072"/>
              <a:gd name="connsiteY11" fmla="*/ 112077 h 330200"/>
              <a:gd name="connsiteX12" fmla="*/ 41997 w 261072"/>
              <a:gd name="connsiteY12" fmla="*/ 118427 h 330200"/>
              <a:gd name="connsiteX13" fmla="*/ 47077 w 261072"/>
              <a:gd name="connsiteY13" fmla="*/ 124777 h 330200"/>
              <a:gd name="connsiteX14" fmla="*/ 52157 w 261072"/>
              <a:gd name="connsiteY14" fmla="*/ 119697 h 330200"/>
              <a:gd name="connsiteX15" fmla="*/ 57237 w 261072"/>
              <a:gd name="connsiteY15" fmla="*/ 122237 h 330200"/>
              <a:gd name="connsiteX16" fmla="*/ 57237 w 261072"/>
              <a:gd name="connsiteY16" fmla="*/ 128587 h 330200"/>
              <a:gd name="connsiteX17" fmla="*/ 57237 w 261072"/>
              <a:gd name="connsiteY17" fmla="*/ 140017 h 330200"/>
              <a:gd name="connsiteX18" fmla="*/ 58507 w 261072"/>
              <a:gd name="connsiteY18" fmla="*/ 141287 h 330200"/>
              <a:gd name="connsiteX19" fmla="*/ 66127 w 261072"/>
              <a:gd name="connsiteY19" fmla="*/ 137477 h 330200"/>
              <a:gd name="connsiteX20" fmla="*/ 64857 w 261072"/>
              <a:gd name="connsiteY20" fmla="*/ 136207 h 330200"/>
              <a:gd name="connsiteX21" fmla="*/ 64857 w 261072"/>
              <a:gd name="connsiteY21" fmla="*/ 128587 h 330200"/>
              <a:gd name="connsiteX22" fmla="*/ 64857 w 261072"/>
              <a:gd name="connsiteY22" fmla="*/ 115887 h 330200"/>
              <a:gd name="connsiteX23" fmla="*/ 60253 w 261072"/>
              <a:gd name="connsiteY23" fmla="*/ 111601 h 330200"/>
              <a:gd name="connsiteX24" fmla="*/ 182967 w 261072"/>
              <a:gd name="connsiteY24" fmla="*/ 102870 h 330200"/>
              <a:gd name="connsiteX25" fmla="*/ 170584 w 261072"/>
              <a:gd name="connsiteY25" fmla="*/ 109220 h 330200"/>
              <a:gd name="connsiteX26" fmla="*/ 178839 w 261072"/>
              <a:gd name="connsiteY26" fmla="*/ 119380 h 330200"/>
              <a:gd name="connsiteX27" fmla="*/ 189846 w 261072"/>
              <a:gd name="connsiteY27" fmla="*/ 113030 h 330200"/>
              <a:gd name="connsiteX28" fmla="*/ 182967 w 261072"/>
              <a:gd name="connsiteY28" fmla="*/ 102870 h 330200"/>
              <a:gd name="connsiteX29" fmla="*/ 176934 w 261072"/>
              <a:gd name="connsiteY29" fmla="*/ 50542 h 330200"/>
              <a:gd name="connsiteX30" fmla="*/ 178287 w 261072"/>
              <a:gd name="connsiteY30" fmla="*/ 62513 h 330200"/>
              <a:gd name="connsiteX31" fmla="*/ 189105 w 261072"/>
              <a:gd name="connsiteY31" fmla="*/ 62513 h 330200"/>
              <a:gd name="connsiteX32" fmla="*/ 194515 w 261072"/>
              <a:gd name="connsiteY32" fmla="*/ 69163 h 330200"/>
              <a:gd name="connsiteX33" fmla="*/ 186401 w 261072"/>
              <a:gd name="connsiteY33" fmla="*/ 78474 h 330200"/>
              <a:gd name="connsiteX34" fmla="*/ 176934 w 261072"/>
              <a:gd name="connsiteY34" fmla="*/ 93105 h 330200"/>
              <a:gd name="connsiteX35" fmla="*/ 176934 w 261072"/>
              <a:gd name="connsiteY35" fmla="*/ 95765 h 330200"/>
              <a:gd name="connsiteX36" fmla="*/ 190458 w 261072"/>
              <a:gd name="connsiteY36" fmla="*/ 98425 h 330200"/>
              <a:gd name="connsiteX37" fmla="*/ 190458 w 261072"/>
              <a:gd name="connsiteY37" fmla="*/ 97095 h 330200"/>
              <a:gd name="connsiteX38" fmla="*/ 198572 w 261072"/>
              <a:gd name="connsiteY38" fmla="*/ 85124 h 330200"/>
              <a:gd name="connsiteX39" fmla="*/ 210743 w 261072"/>
              <a:gd name="connsiteY39" fmla="*/ 70494 h 330200"/>
              <a:gd name="connsiteX40" fmla="*/ 194515 w 261072"/>
              <a:gd name="connsiteY40" fmla="*/ 50542 h 330200"/>
              <a:gd name="connsiteX41" fmla="*/ 176934 w 261072"/>
              <a:gd name="connsiteY41" fmla="*/ 50542 h 330200"/>
              <a:gd name="connsiteX42" fmla="*/ 104071 w 261072"/>
              <a:gd name="connsiteY42" fmla="*/ 44936 h 330200"/>
              <a:gd name="connsiteX43" fmla="*/ 73747 w 261072"/>
              <a:gd name="connsiteY43" fmla="*/ 60685 h 330200"/>
              <a:gd name="connsiteX44" fmla="*/ 85613 w 261072"/>
              <a:gd name="connsiteY44" fmla="*/ 80370 h 330200"/>
              <a:gd name="connsiteX45" fmla="*/ 102752 w 261072"/>
              <a:gd name="connsiteY45" fmla="*/ 69871 h 330200"/>
              <a:gd name="connsiteX46" fmla="*/ 119892 w 261072"/>
              <a:gd name="connsiteY46" fmla="*/ 77745 h 330200"/>
              <a:gd name="connsiteX47" fmla="*/ 113300 w 261072"/>
              <a:gd name="connsiteY47" fmla="*/ 101367 h 330200"/>
              <a:gd name="connsiteX48" fmla="*/ 109345 w 261072"/>
              <a:gd name="connsiteY48" fmla="*/ 134175 h 330200"/>
              <a:gd name="connsiteX49" fmla="*/ 110663 w 261072"/>
              <a:gd name="connsiteY49" fmla="*/ 138112 h 330200"/>
              <a:gd name="connsiteX50" fmla="*/ 137032 w 261072"/>
              <a:gd name="connsiteY50" fmla="*/ 132863 h 330200"/>
              <a:gd name="connsiteX51" fmla="*/ 135713 w 261072"/>
              <a:gd name="connsiteY51" fmla="*/ 128926 h 330200"/>
              <a:gd name="connsiteX52" fmla="*/ 139669 w 261072"/>
              <a:gd name="connsiteY52" fmla="*/ 102679 h 330200"/>
              <a:gd name="connsiteX53" fmla="*/ 148898 w 261072"/>
              <a:gd name="connsiteY53" fmla="*/ 65934 h 330200"/>
              <a:gd name="connsiteX54" fmla="*/ 104071 w 261072"/>
              <a:gd name="connsiteY54" fmla="*/ 44936 h 330200"/>
              <a:gd name="connsiteX55" fmla="*/ 134819 w 261072"/>
              <a:gd name="connsiteY55" fmla="*/ 0 h 330200"/>
              <a:gd name="connsiteX56" fmla="*/ 221618 w 261072"/>
              <a:gd name="connsiteY56" fmla="*/ 35519 h 330200"/>
              <a:gd name="connsiteX57" fmla="*/ 247921 w 261072"/>
              <a:gd name="connsiteY57" fmla="*/ 113137 h 330200"/>
              <a:gd name="connsiteX58" fmla="*/ 243975 w 261072"/>
              <a:gd name="connsiteY58" fmla="*/ 144709 h 330200"/>
              <a:gd name="connsiteX59" fmla="*/ 261072 w 261072"/>
              <a:gd name="connsiteY59" fmla="*/ 180229 h 330200"/>
              <a:gd name="connsiteX60" fmla="*/ 246606 w 261072"/>
              <a:gd name="connsiteY60" fmla="*/ 190753 h 330200"/>
              <a:gd name="connsiteX61" fmla="*/ 243975 w 261072"/>
              <a:gd name="connsiteY61" fmla="*/ 198646 h 330200"/>
              <a:gd name="connsiteX62" fmla="*/ 243975 w 261072"/>
              <a:gd name="connsiteY62" fmla="*/ 210486 h 330200"/>
              <a:gd name="connsiteX63" fmla="*/ 237400 w 261072"/>
              <a:gd name="connsiteY63" fmla="*/ 215748 h 330200"/>
              <a:gd name="connsiteX64" fmla="*/ 237400 w 261072"/>
              <a:gd name="connsiteY64" fmla="*/ 219695 h 330200"/>
              <a:gd name="connsiteX65" fmla="*/ 236085 w 261072"/>
              <a:gd name="connsiteY65" fmla="*/ 230219 h 330200"/>
              <a:gd name="connsiteX66" fmla="*/ 232139 w 261072"/>
              <a:gd name="connsiteY66" fmla="*/ 244690 h 330200"/>
              <a:gd name="connsiteX67" fmla="*/ 229509 w 261072"/>
              <a:gd name="connsiteY67" fmla="*/ 263108 h 330200"/>
              <a:gd name="connsiteX68" fmla="*/ 196631 w 261072"/>
              <a:gd name="connsiteY68" fmla="*/ 267054 h 330200"/>
              <a:gd name="connsiteX69" fmla="*/ 161121 w 261072"/>
              <a:gd name="connsiteY69" fmla="*/ 273632 h 330200"/>
              <a:gd name="connsiteX70" fmla="*/ 136134 w 261072"/>
              <a:gd name="connsiteY70" fmla="*/ 330200 h 330200"/>
              <a:gd name="connsiteX71" fmla="*/ 45389 w 261072"/>
              <a:gd name="connsiteY71" fmla="*/ 246006 h 330200"/>
              <a:gd name="connsiteX72" fmla="*/ 32238 w 261072"/>
              <a:gd name="connsiteY72" fmla="*/ 184176 h 330200"/>
              <a:gd name="connsiteX73" fmla="*/ 675 w 261072"/>
              <a:gd name="connsiteY73" fmla="*/ 121030 h 330200"/>
              <a:gd name="connsiteX74" fmla="*/ 30923 w 261072"/>
              <a:gd name="connsiteY74" fmla="*/ 40781 h 330200"/>
              <a:gd name="connsiteX75" fmla="*/ 134819 w 261072"/>
              <a:gd name="connsiteY75" fmla="*/ 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61072" h="330200">
                <a:moveTo>
                  <a:pt x="126399" y="143933"/>
                </a:moveTo>
                <a:cubicBezTo>
                  <a:pt x="117138" y="146579"/>
                  <a:pt x="111847" y="155840"/>
                  <a:pt x="114493" y="165100"/>
                </a:cubicBezTo>
                <a:cubicBezTo>
                  <a:pt x="115816" y="175684"/>
                  <a:pt x="125076" y="180975"/>
                  <a:pt x="135660" y="179652"/>
                </a:cubicBezTo>
                <a:cubicBezTo>
                  <a:pt x="146243" y="177006"/>
                  <a:pt x="151535" y="167746"/>
                  <a:pt x="148889" y="157162"/>
                </a:cubicBezTo>
                <a:cubicBezTo>
                  <a:pt x="146243" y="146579"/>
                  <a:pt x="136982" y="141287"/>
                  <a:pt x="126399" y="143933"/>
                </a:cubicBezTo>
                <a:close/>
                <a:moveTo>
                  <a:pt x="62158" y="142587"/>
                </a:moveTo>
                <a:cubicBezTo>
                  <a:pt x="59301" y="144030"/>
                  <a:pt x="57872" y="146916"/>
                  <a:pt x="59301" y="149803"/>
                </a:cubicBezTo>
                <a:cubicBezTo>
                  <a:pt x="60729" y="154132"/>
                  <a:pt x="65016" y="155575"/>
                  <a:pt x="67873" y="154132"/>
                </a:cubicBezTo>
                <a:cubicBezTo>
                  <a:pt x="70731" y="152689"/>
                  <a:pt x="72160" y="148359"/>
                  <a:pt x="70731" y="145473"/>
                </a:cubicBezTo>
                <a:cubicBezTo>
                  <a:pt x="69302" y="141143"/>
                  <a:pt x="66445" y="139700"/>
                  <a:pt x="62158" y="142587"/>
                </a:cubicBezTo>
                <a:close/>
                <a:moveTo>
                  <a:pt x="60253" y="111601"/>
                </a:moveTo>
                <a:cubicBezTo>
                  <a:pt x="57872" y="110807"/>
                  <a:pt x="54697" y="110807"/>
                  <a:pt x="50887" y="112077"/>
                </a:cubicBezTo>
                <a:cubicBezTo>
                  <a:pt x="47077" y="114617"/>
                  <a:pt x="43267" y="117157"/>
                  <a:pt x="41997" y="118427"/>
                </a:cubicBezTo>
                <a:cubicBezTo>
                  <a:pt x="41997" y="118427"/>
                  <a:pt x="41997" y="118427"/>
                  <a:pt x="47077" y="124777"/>
                </a:cubicBezTo>
                <a:cubicBezTo>
                  <a:pt x="48347" y="122237"/>
                  <a:pt x="49617" y="120967"/>
                  <a:pt x="52157" y="119697"/>
                </a:cubicBezTo>
                <a:cubicBezTo>
                  <a:pt x="54697" y="118427"/>
                  <a:pt x="55967" y="119697"/>
                  <a:pt x="57237" y="122237"/>
                </a:cubicBezTo>
                <a:cubicBezTo>
                  <a:pt x="58507" y="123507"/>
                  <a:pt x="57237" y="126047"/>
                  <a:pt x="57237" y="128587"/>
                </a:cubicBezTo>
                <a:cubicBezTo>
                  <a:pt x="55967" y="133667"/>
                  <a:pt x="55967" y="136207"/>
                  <a:pt x="57237" y="140017"/>
                </a:cubicBezTo>
                <a:lnTo>
                  <a:pt x="58507" y="141287"/>
                </a:lnTo>
                <a:cubicBezTo>
                  <a:pt x="58507" y="141287"/>
                  <a:pt x="58507" y="141287"/>
                  <a:pt x="66127" y="137477"/>
                </a:cubicBezTo>
                <a:cubicBezTo>
                  <a:pt x="66127" y="137477"/>
                  <a:pt x="66127" y="137477"/>
                  <a:pt x="64857" y="136207"/>
                </a:cubicBezTo>
                <a:cubicBezTo>
                  <a:pt x="63587" y="133667"/>
                  <a:pt x="63587" y="131127"/>
                  <a:pt x="64857" y="128587"/>
                </a:cubicBezTo>
                <a:cubicBezTo>
                  <a:pt x="66127" y="124777"/>
                  <a:pt x="67397" y="120967"/>
                  <a:pt x="64857" y="115887"/>
                </a:cubicBezTo>
                <a:cubicBezTo>
                  <a:pt x="64222" y="113982"/>
                  <a:pt x="62634" y="112395"/>
                  <a:pt x="60253" y="111601"/>
                </a:cubicBezTo>
                <a:close/>
                <a:moveTo>
                  <a:pt x="182967" y="102870"/>
                </a:moveTo>
                <a:cubicBezTo>
                  <a:pt x="177464" y="101600"/>
                  <a:pt x="171960" y="104140"/>
                  <a:pt x="170584" y="109220"/>
                </a:cubicBezTo>
                <a:cubicBezTo>
                  <a:pt x="170584" y="114300"/>
                  <a:pt x="173335" y="118110"/>
                  <a:pt x="178839" y="119380"/>
                </a:cubicBezTo>
                <a:cubicBezTo>
                  <a:pt x="184343" y="120650"/>
                  <a:pt x="188471" y="118110"/>
                  <a:pt x="189846" y="113030"/>
                </a:cubicBezTo>
                <a:cubicBezTo>
                  <a:pt x="191222" y="107950"/>
                  <a:pt x="188471" y="102870"/>
                  <a:pt x="182967" y="102870"/>
                </a:cubicBezTo>
                <a:close/>
                <a:moveTo>
                  <a:pt x="176934" y="50542"/>
                </a:moveTo>
                <a:cubicBezTo>
                  <a:pt x="176934" y="50542"/>
                  <a:pt x="176934" y="50542"/>
                  <a:pt x="178287" y="62513"/>
                </a:cubicBezTo>
                <a:cubicBezTo>
                  <a:pt x="180991" y="61183"/>
                  <a:pt x="185048" y="61183"/>
                  <a:pt x="189105" y="62513"/>
                </a:cubicBezTo>
                <a:cubicBezTo>
                  <a:pt x="194515" y="63843"/>
                  <a:pt x="195867" y="66503"/>
                  <a:pt x="194515" y="69163"/>
                </a:cubicBezTo>
                <a:cubicBezTo>
                  <a:pt x="194515" y="73154"/>
                  <a:pt x="190458" y="75814"/>
                  <a:pt x="186401" y="78474"/>
                </a:cubicBezTo>
                <a:cubicBezTo>
                  <a:pt x="180991" y="83794"/>
                  <a:pt x="178287" y="87785"/>
                  <a:pt x="176934" y="93105"/>
                </a:cubicBezTo>
                <a:cubicBezTo>
                  <a:pt x="176934" y="93105"/>
                  <a:pt x="176934" y="93105"/>
                  <a:pt x="176934" y="95765"/>
                </a:cubicBezTo>
                <a:cubicBezTo>
                  <a:pt x="176934" y="95765"/>
                  <a:pt x="176934" y="95765"/>
                  <a:pt x="190458" y="98425"/>
                </a:cubicBezTo>
                <a:cubicBezTo>
                  <a:pt x="190458" y="98425"/>
                  <a:pt x="190458" y="98425"/>
                  <a:pt x="190458" y="97095"/>
                </a:cubicBezTo>
                <a:cubicBezTo>
                  <a:pt x="191810" y="91775"/>
                  <a:pt x="193162" y="89115"/>
                  <a:pt x="198572" y="85124"/>
                </a:cubicBezTo>
                <a:cubicBezTo>
                  <a:pt x="203981" y="82464"/>
                  <a:pt x="209390" y="78474"/>
                  <a:pt x="210743" y="70494"/>
                </a:cubicBezTo>
                <a:cubicBezTo>
                  <a:pt x="213447" y="62513"/>
                  <a:pt x="208038" y="53202"/>
                  <a:pt x="194515" y="50542"/>
                </a:cubicBezTo>
                <a:cubicBezTo>
                  <a:pt x="187753" y="49212"/>
                  <a:pt x="180991" y="50542"/>
                  <a:pt x="176934" y="50542"/>
                </a:cubicBezTo>
                <a:close/>
                <a:moveTo>
                  <a:pt x="104071" y="44936"/>
                </a:moveTo>
                <a:cubicBezTo>
                  <a:pt x="90886" y="48873"/>
                  <a:pt x="80339" y="55435"/>
                  <a:pt x="73747" y="60685"/>
                </a:cubicBezTo>
                <a:cubicBezTo>
                  <a:pt x="73747" y="60685"/>
                  <a:pt x="73747" y="60685"/>
                  <a:pt x="85613" y="80370"/>
                </a:cubicBezTo>
                <a:cubicBezTo>
                  <a:pt x="89568" y="76433"/>
                  <a:pt x="97479" y="71183"/>
                  <a:pt x="102752" y="69871"/>
                </a:cubicBezTo>
                <a:cubicBezTo>
                  <a:pt x="113300" y="68559"/>
                  <a:pt x="118574" y="71183"/>
                  <a:pt x="119892" y="77745"/>
                </a:cubicBezTo>
                <a:cubicBezTo>
                  <a:pt x="121211" y="84307"/>
                  <a:pt x="118574" y="92181"/>
                  <a:pt x="113300" y="101367"/>
                </a:cubicBezTo>
                <a:cubicBezTo>
                  <a:pt x="108026" y="113178"/>
                  <a:pt x="106708" y="123677"/>
                  <a:pt x="109345" y="134175"/>
                </a:cubicBezTo>
                <a:cubicBezTo>
                  <a:pt x="109345" y="134175"/>
                  <a:pt x="109345" y="134175"/>
                  <a:pt x="110663" y="138112"/>
                </a:cubicBezTo>
                <a:cubicBezTo>
                  <a:pt x="110663" y="138112"/>
                  <a:pt x="110663" y="138112"/>
                  <a:pt x="137032" y="132863"/>
                </a:cubicBezTo>
                <a:cubicBezTo>
                  <a:pt x="137032" y="132863"/>
                  <a:pt x="137032" y="132863"/>
                  <a:pt x="135713" y="128926"/>
                </a:cubicBezTo>
                <a:cubicBezTo>
                  <a:pt x="134395" y="119740"/>
                  <a:pt x="134395" y="111866"/>
                  <a:pt x="139669" y="102679"/>
                </a:cubicBezTo>
                <a:cubicBezTo>
                  <a:pt x="144943" y="92181"/>
                  <a:pt x="151535" y="81682"/>
                  <a:pt x="148898" y="65934"/>
                </a:cubicBezTo>
                <a:cubicBezTo>
                  <a:pt x="144943" y="50186"/>
                  <a:pt x="129121" y="39687"/>
                  <a:pt x="104071" y="44936"/>
                </a:cubicBezTo>
                <a:close/>
                <a:moveTo>
                  <a:pt x="134819" y="0"/>
                </a:moveTo>
                <a:cubicBezTo>
                  <a:pt x="158491" y="0"/>
                  <a:pt x="194000" y="5262"/>
                  <a:pt x="221618" y="35519"/>
                </a:cubicBezTo>
                <a:cubicBezTo>
                  <a:pt x="238715" y="52622"/>
                  <a:pt x="251866" y="74986"/>
                  <a:pt x="247921" y="113137"/>
                </a:cubicBezTo>
                <a:cubicBezTo>
                  <a:pt x="246606" y="121030"/>
                  <a:pt x="236085" y="130238"/>
                  <a:pt x="243975" y="144709"/>
                </a:cubicBezTo>
                <a:cubicBezTo>
                  <a:pt x="243975" y="144709"/>
                  <a:pt x="261072" y="176282"/>
                  <a:pt x="261072" y="180229"/>
                </a:cubicBezTo>
                <a:cubicBezTo>
                  <a:pt x="261072" y="180229"/>
                  <a:pt x="261072" y="189438"/>
                  <a:pt x="246606" y="190753"/>
                </a:cubicBezTo>
                <a:cubicBezTo>
                  <a:pt x="246606" y="190753"/>
                  <a:pt x="242660" y="190753"/>
                  <a:pt x="243975" y="198646"/>
                </a:cubicBezTo>
                <a:cubicBezTo>
                  <a:pt x="243975" y="198646"/>
                  <a:pt x="243975" y="198646"/>
                  <a:pt x="243975" y="210486"/>
                </a:cubicBezTo>
                <a:cubicBezTo>
                  <a:pt x="243975" y="210486"/>
                  <a:pt x="243975" y="213117"/>
                  <a:pt x="237400" y="215748"/>
                </a:cubicBezTo>
                <a:cubicBezTo>
                  <a:pt x="237400" y="215748"/>
                  <a:pt x="236085" y="217064"/>
                  <a:pt x="237400" y="219695"/>
                </a:cubicBezTo>
                <a:cubicBezTo>
                  <a:pt x="237400" y="219695"/>
                  <a:pt x="241345" y="222326"/>
                  <a:pt x="236085" y="230219"/>
                </a:cubicBezTo>
                <a:cubicBezTo>
                  <a:pt x="233454" y="234166"/>
                  <a:pt x="229509" y="236797"/>
                  <a:pt x="232139" y="244690"/>
                </a:cubicBezTo>
                <a:cubicBezTo>
                  <a:pt x="232139" y="244690"/>
                  <a:pt x="234769" y="259161"/>
                  <a:pt x="229509" y="263108"/>
                </a:cubicBezTo>
                <a:cubicBezTo>
                  <a:pt x="229509" y="263108"/>
                  <a:pt x="222933" y="269685"/>
                  <a:pt x="196631" y="267054"/>
                </a:cubicBezTo>
                <a:cubicBezTo>
                  <a:pt x="187425" y="265739"/>
                  <a:pt x="171642" y="261792"/>
                  <a:pt x="161121" y="273632"/>
                </a:cubicBezTo>
                <a:cubicBezTo>
                  <a:pt x="161121" y="273632"/>
                  <a:pt x="137449" y="319676"/>
                  <a:pt x="136134" y="330200"/>
                </a:cubicBezTo>
                <a:cubicBezTo>
                  <a:pt x="136134" y="330200"/>
                  <a:pt x="95364" y="257846"/>
                  <a:pt x="45389" y="246006"/>
                </a:cubicBezTo>
                <a:cubicBezTo>
                  <a:pt x="45389" y="246006"/>
                  <a:pt x="57225" y="219695"/>
                  <a:pt x="32238" y="184176"/>
                </a:cubicBezTo>
                <a:cubicBezTo>
                  <a:pt x="32238" y="184176"/>
                  <a:pt x="1990" y="143394"/>
                  <a:pt x="675" y="121030"/>
                </a:cubicBezTo>
                <a:cubicBezTo>
                  <a:pt x="675" y="121030"/>
                  <a:pt x="-7216" y="82879"/>
                  <a:pt x="30923" y="40781"/>
                </a:cubicBezTo>
                <a:cubicBezTo>
                  <a:pt x="49335" y="19733"/>
                  <a:pt x="74322" y="0"/>
                  <a:pt x="134819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b="1"/>
          </a:p>
        </p:txBody>
      </p:sp>
      <p:grpSp>
        <p:nvGrpSpPr>
          <p:cNvPr id="28" name="组合 27"/>
          <p:cNvGrpSpPr/>
          <p:nvPr>
            <p:custDataLst>
              <p:tags r:id="rId7"/>
            </p:custDataLst>
          </p:nvPr>
        </p:nvGrpSpPr>
        <p:grpSpPr>
          <a:xfrm>
            <a:off x="1805923" y="1068425"/>
            <a:ext cx="4862830" cy="2304415"/>
            <a:chOff x="283598" y="1906534"/>
            <a:chExt cx="5036478" cy="2386704"/>
          </a:xfrm>
        </p:grpSpPr>
        <p:sp>
          <p:nvSpPr>
            <p:cNvPr id="29" name="文本框 28"/>
            <p:cNvSpPr txBox="1"/>
            <p:nvPr>
              <p:custDataLst>
                <p:tags r:id="rId8"/>
              </p:custDataLst>
            </p:nvPr>
          </p:nvSpPr>
          <p:spPr>
            <a:xfrm>
              <a:off x="283598" y="2190650"/>
              <a:ext cx="5036478" cy="2102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l">
                <a:defRPr sz="187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移动与跳跃</a:t>
              </a:r>
              <a:r>
                <a:rPr lang="en-US"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defRPr sz="187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旋转机关与碰撞</a:t>
              </a:r>
              <a:r>
                <a:rPr lang="en-US"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defRPr sz="187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掉落死亡</a:t>
              </a:r>
              <a:endParaRPr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defRPr sz="187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检查点</a:t>
              </a:r>
              <a:r>
                <a:rPr lang="en-US"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defRPr sz="187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角色重生</a:t>
              </a:r>
              <a:r>
                <a:rPr lang="en-US"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defRPr sz="187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通关特效</a:t>
              </a:r>
              <a:endParaRPr lang="en-US" altLang="zh-CN" sz="1400" b="1" dirty="0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9"/>
              </p:custDataLst>
            </p:nvPr>
          </p:nvSpPr>
          <p:spPr>
            <a:xfrm>
              <a:off x="283599" y="1906534"/>
              <a:ext cx="2235567" cy="349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>
                  <a:solidFill>
                    <a:srgbClr val="2A73B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项目核心功能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10"/>
            </p:custDataLst>
          </p:nvPr>
        </p:nvGrpSpPr>
        <p:grpSpPr>
          <a:xfrm>
            <a:off x="6986888" y="946077"/>
            <a:ext cx="3428365" cy="1981200"/>
            <a:chOff x="283598" y="1906534"/>
            <a:chExt cx="3550789" cy="2051947"/>
          </a:xfrm>
        </p:grpSpPr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283598" y="2190650"/>
              <a:ext cx="3550789" cy="176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l">
                <a:defRPr sz="1875" b="1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死亡触发</a:t>
              </a:r>
              <a:r>
                <a:rPr lang="en-US"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defRPr sz="1875" b="1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检查点登记</a:t>
              </a:r>
              <a:r>
                <a:rPr lang="en-US"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defRPr sz="1875" b="1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重生点选择</a:t>
              </a:r>
              <a:endParaRPr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defRPr sz="1875" b="1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角色重新生成</a:t>
              </a:r>
              <a:r>
                <a:rPr lang="en-US"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en-US" sz="1400" b="1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defRPr sz="1875" b="1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 b="1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死亡与重生状态迁移</a:t>
              </a:r>
              <a:endParaRPr lang="en-US" altLang="zh-CN" sz="1400" b="1" dirty="0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12"/>
              </p:custDataLst>
            </p:nvPr>
          </p:nvSpPr>
          <p:spPr>
            <a:xfrm>
              <a:off x="283599" y="1906534"/>
              <a:ext cx="2235567" cy="349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>
                  <a:solidFill>
                    <a:srgbClr val="E88A2D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本次测试范围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456565" y="3582035"/>
            <a:ext cx="10629900" cy="1932305"/>
          </a:xfrm>
          <a:prstGeom prst="rect">
            <a:avLst/>
          </a:prstGeom>
          <a:solidFill>
            <a:schemeClr val="bg1"/>
          </a:solidFill>
          <a:ln w="4286" cap="flat">
            <a:solidFill>
              <a:srgbClr val="DDE7E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/>
          </a:p>
        </p:txBody>
      </p:sp>
      <p:sp>
        <p:nvSpPr>
          <p:cNvPr id="27" name="椭圆 72"/>
          <p:cNvSpPr/>
          <p:nvPr/>
        </p:nvSpPr>
        <p:spPr>
          <a:xfrm>
            <a:off x="1089025" y="4017645"/>
            <a:ext cx="302260" cy="387350"/>
          </a:xfrm>
          <a:custGeom>
            <a:avLst/>
            <a:gdLst>
              <a:gd name="connsiteX0" fmla="*/ 288132 w 338138"/>
              <a:gd name="connsiteY0" fmla="*/ 223343 h 313831"/>
              <a:gd name="connsiteX1" fmla="*/ 279400 w 338138"/>
              <a:gd name="connsiteY1" fmla="*/ 231281 h 313831"/>
              <a:gd name="connsiteX2" fmla="*/ 288132 w 338138"/>
              <a:gd name="connsiteY2" fmla="*/ 239219 h 313831"/>
              <a:gd name="connsiteX3" fmla="*/ 296864 w 338138"/>
              <a:gd name="connsiteY3" fmla="*/ 231281 h 313831"/>
              <a:gd name="connsiteX4" fmla="*/ 288132 w 338138"/>
              <a:gd name="connsiteY4" fmla="*/ 223343 h 313831"/>
              <a:gd name="connsiteX5" fmla="*/ 261938 w 338138"/>
              <a:gd name="connsiteY5" fmla="*/ 223343 h 313831"/>
              <a:gd name="connsiteX6" fmla="*/ 254000 w 338138"/>
              <a:gd name="connsiteY6" fmla="*/ 231281 h 313831"/>
              <a:gd name="connsiteX7" fmla="*/ 261938 w 338138"/>
              <a:gd name="connsiteY7" fmla="*/ 239219 h 313831"/>
              <a:gd name="connsiteX8" fmla="*/ 269876 w 338138"/>
              <a:gd name="connsiteY8" fmla="*/ 231281 h 313831"/>
              <a:gd name="connsiteX9" fmla="*/ 261938 w 338138"/>
              <a:gd name="connsiteY9" fmla="*/ 223343 h 313831"/>
              <a:gd name="connsiteX10" fmla="*/ 116535 w 338138"/>
              <a:gd name="connsiteY10" fmla="*/ 45543 h 313831"/>
              <a:gd name="connsiteX11" fmla="*/ 141773 w 338138"/>
              <a:gd name="connsiteY11" fmla="*/ 88073 h 313831"/>
              <a:gd name="connsiteX12" fmla="*/ 108565 w 338138"/>
              <a:gd name="connsiteY12" fmla="*/ 102693 h 313831"/>
              <a:gd name="connsiteX13" fmla="*/ 87312 w 338138"/>
              <a:gd name="connsiteY13" fmla="*/ 74783 h 313831"/>
              <a:gd name="connsiteX14" fmla="*/ 116535 w 338138"/>
              <a:gd name="connsiteY14" fmla="*/ 45543 h 313831"/>
              <a:gd name="connsiteX15" fmla="*/ 254349 w 338138"/>
              <a:gd name="connsiteY15" fmla="*/ 30428 h 313831"/>
              <a:gd name="connsiteX16" fmla="*/ 275361 w 338138"/>
              <a:gd name="connsiteY16" fmla="*/ 48787 h 313831"/>
              <a:gd name="connsiteX17" fmla="*/ 255662 w 338138"/>
              <a:gd name="connsiteY17" fmla="*/ 85507 h 313831"/>
              <a:gd name="connsiteX18" fmla="*/ 266168 w 338138"/>
              <a:gd name="connsiteY18" fmla="*/ 89441 h 313831"/>
              <a:gd name="connsiteX19" fmla="*/ 289806 w 338138"/>
              <a:gd name="connsiteY19" fmla="*/ 80261 h 313831"/>
              <a:gd name="connsiteX20" fmla="*/ 287180 w 338138"/>
              <a:gd name="connsiteY20" fmla="*/ 109113 h 313831"/>
              <a:gd name="connsiteX21" fmla="*/ 225458 w 338138"/>
              <a:gd name="connsiteY21" fmla="*/ 111735 h 313831"/>
              <a:gd name="connsiteX22" fmla="*/ 92823 w 338138"/>
              <a:gd name="connsiteY22" fmla="*/ 166815 h 313831"/>
              <a:gd name="connsiteX23" fmla="*/ 75751 w 338138"/>
              <a:gd name="connsiteY23" fmla="*/ 127472 h 313831"/>
              <a:gd name="connsiteX24" fmla="*/ 208386 w 338138"/>
              <a:gd name="connsiteY24" fmla="*/ 72393 h 313831"/>
              <a:gd name="connsiteX25" fmla="*/ 242530 w 338138"/>
              <a:gd name="connsiteY25" fmla="*/ 33050 h 313831"/>
              <a:gd name="connsiteX26" fmla="*/ 254349 w 338138"/>
              <a:gd name="connsiteY26" fmla="*/ 30428 h 313831"/>
              <a:gd name="connsiteX27" fmla="*/ 186871 w 338138"/>
              <a:gd name="connsiteY27" fmla="*/ 24906 h 313831"/>
              <a:gd name="connsiteX28" fmla="*/ 231775 w 338138"/>
              <a:gd name="connsiteY28" fmla="*/ 24906 h 313831"/>
              <a:gd name="connsiteX29" fmla="*/ 207282 w 338138"/>
              <a:gd name="connsiteY29" fmla="*/ 48190 h 313831"/>
              <a:gd name="connsiteX30" fmla="*/ 201839 w 338138"/>
              <a:gd name="connsiteY30" fmla="*/ 59831 h 313831"/>
              <a:gd name="connsiteX31" fmla="*/ 184150 w 338138"/>
              <a:gd name="connsiteY31" fmla="*/ 45603 h 313831"/>
              <a:gd name="connsiteX32" fmla="*/ 186871 w 338138"/>
              <a:gd name="connsiteY32" fmla="*/ 24906 h 313831"/>
              <a:gd name="connsiteX33" fmla="*/ 18492 w 338138"/>
              <a:gd name="connsiteY33" fmla="*/ 24906 h 313831"/>
              <a:gd name="connsiteX34" fmla="*/ 43588 w 338138"/>
              <a:gd name="connsiteY34" fmla="*/ 24906 h 313831"/>
              <a:gd name="connsiteX35" fmla="*/ 46230 w 338138"/>
              <a:gd name="connsiteY35" fmla="*/ 46015 h 313831"/>
              <a:gd name="connsiteX36" fmla="*/ 29059 w 338138"/>
              <a:gd name="connsiteY36" fmla="*/ 63166 h 313831"/>
              <a:gd name="connsiteX37" fmla="*/ 31700 w 338138"/>
              <a:gd name="connsiteY37" fmla="*/ 96148 h 313831"/>
              <a:gd name="connsiteX38" fmla="*/ 31700 w 338138"/>
              <a:gd name="connsiteY38" fmla="*/ 206969 h 313831"/>
              <a:gd name="connsiteX39" fmla="*/ 39626 w 338138"/>
              <a:gd name="connsiteY39" fmla="*/ 214884 h 313831"/>
              <a:gd name="connsiteX40" fmla="*/ 298512 w 338138"/>
              <a:gd name="connsiteY40" fmla="*/ 214884 h 313831"/>
              <a:gd name="connsiteX41" fmla="*/ 306438 w 338138"/>
              <a:gd name="connsiteY41" fmla="*/ 206969 h 313831"/>
              <a:gd name="connsiteX42" fmla="*/ 306438 w 338138"/>
              <a:gd name="connsiteY42" fmla="*/ 104064 h 313831"/>
              <a:gd name="connsiteX43" fmla="*/ 306438 w 338138"/>
              <a:gd name="connsiteY43" fmla="*/ 77678 h 313831"/>
              <a:gd name="connsiteX44" fmla="*/ 274737 w 338138"/>
              <a:gd name="connsiteY44" fmla="*/ 61846 h 313831"/>
              <a:gd name="connsiteX45" fmla="*/ 281341 w 338138"/>
              <a:gd name="connsiteY45" fmla="*/ 59208 h 313831"/>
              <a:gd name="connsiteX46" fmla="*/ 280021 w 338138"/>
              <a:gd name="connsiteY46" fmla="*/ 24906 h 313831"/>
              <a:gd name="connsiteX47" fmla="*/ 319646 w 338138"/>
              <a:gd name="connsiteY47" fmla="*/ 24906 h 313831"/>
              <a:gd name="connsiteX48" fmla="*/ 338138 w 338138"/>
              <a:gd name="connsiteY48" fmla="*/ 43376 h 313831"/>
              <a:gd name="connsiteX49" fmla="*/ 338138 w 338138"/>
              <a:gd name="connsiteY49" fmla="*/ 234674 h 313831"/>
              <a:gd name="connsiteX50" fmla="*/ 319646 w 338138"/>
              <a:gd name="connsiteY50" fmla="*/ 251825 h 313831"/>
              <a:gd name="connsiteX51" fmla="*/ 200769 w 338138"/>
              <a:gd name="connsiteY51" fmla="*/ 251825 h 313831"/>
              <a:gd name="connsiteX52" fmla="*/ 216620 w 338138"/>
              <a:gd name="connsiteY52" fmla="*/ 290084 h 313831"/>
              <a:gd name="connsiteX53" fmla="*/ 224545 w 338138"/>
              <a:gd name="connsiteY53" fmla="*/ 290084 h 313831"/>
              <a:gd name="connsiteX54" fmla="*/ 235112 w 338138"/>
              <a:gd name="connsiteY54" fmla="*/ 301958 h 313831"/>
              <a:gd name="connsiteX55" fmla="*/ 224545 w 338138"/>
              <a:gd name="connsiteY55" fmla="*/ 313831 h 313831"/>
              <a:gd name="connsiteX56" fmla="*/ 113593 w 338138"/>
              <a:gd name="connsiteY56" fmla="*/ 313831 h 313831"/>
              <a:gd name="connsiteX57" fmla="*/ 103026 w 338138"/>
              <a:gd name="connsiteY57" fmla="*/ 301958 h 313831"/>
              <a:gd name="connsiteX58" fmla="*/ 113593 w 338138"/>
              <a:gd name="connsiteY58" fmla="*/ 290084 h 313831"/>
              <a:gd name="connsiteX59" fmla="*/ 121518 w 338138"/>
              <a:gd name="connsiteY59" fmla="*/ 290084 h 313831"/>
              <a:gd name="connsiteX60" fmla="*/ 137369 w 338138"/>
              <a:gd name="connsiteY60" fmla="*/ 251825 h 313831"/>
              <a:gd name="connsiteX61" fmla="*/ 18492 w 338138"/>
              <a:gd name="connsiteY61" fmla="*/ 251825 h 313831"/>
              <a:gd name="connsiteX62" fmla="*/ 0 w 338138"/>
              <a:gd name="connsiteY62" fmla="*/ 234674 h 313831"/>
              <a:gd name="connsiteX63" fmla="*/ 0 w 338138"/>
              <a:gd name="connsiteY63" fmla="*/ 43376 h 313831"/>
              <a:gd name="connsiteX64" fmla="*/ 18492 w 338138"/>
              <a:gd name="connsiteY64" fmla="*/ 24906 h 313831"/>
              <a:gd name="connsiteX65" fmla="*/ 109666 w 338138"/>
              <a:gd name="connsiteY65" fmla="*/ 1 h 313831"/>
              <a:gd name="connsiteX66" fmla="*/ 126932 w 338138"/>
              <a:gd name="connsiteY66" fmla="*/ 267 h 313831"/>
              <a:gd name="connsiteX67" fmla="*/ 133580 w 338138"/>
              <a:gd name="connsiteY67" fmla="*/ 18637 h 313831"/>
              <a:gd name="connsiteX68" fmla="*/ 144218 w 338138"/>
              <a:gd name="connsiteY68" fmla="*/ 22573 h 313831"/>
              <a:gd name="connsiteX69" fmla="*/ 177460 w 338138"/>
              <a:gd name="connsiteY69" fmla="*/ 29134 h 313831"/>
              <a:gd name="connsiteX70" fmla="*/ 168152 w 338138"/>
              <a:gd name="connsiteY70" fmla="*/ 47504 h 313831"/>
              <a:gd name="connsiteX71" fmla="*/ 173471 w 338138"/>
              <a:gd name="connsiteY71" fmla="*/ 58001 h 313831"/>
              <a:gd name="connsiteX72" fmla="*/ 192087 w 338138"/>
              <a:gd name="connsiteY72" fmla="*/ 67186 h 313831"/>
              <a:gd name="connsiteX73" fmla="*/ 154855 w 338138"/>
              <a:gd name="connsiteY73" fmla="*/ 82931 h 313831"/>
              <a:gd name="connsiteX74" fmla="*/ 116294 w 338138"/>
              <a:gd name="connsiteY74" fmla="*/ 35695 h 313831"/>
              <a:gd name="connsiteX75" fmla="*/ 76403 w 338138"/>
              <a:gd name="connsiteY75" fmla="*/ 75059 h 313831"/>
              <a:gd name="connsiteX76" fmla="*/ 93689 w 338138"/>
              <a:gd name="connsiteY76" fmla="*/ 107862 h 313831"/>
              <a:gd name="connsiteX77" fmla="*/ 59117 w 338138"/>
              <a:gd name="connsiteY77" fmla="*/ 124919 h 313831"/>
              <a:gd name="connsiteX78" fmla="*/ 63106 w 338138"/>
              <a:gd name="connsiteY78" fmla="*/ 102613 h 313831"/>
              <a:gd name="connsiteX79" fmla="*/ 59117 w 338138"/>
              <a:gd name="connsiteY79" fmla="*/ 92116 h 313831"/>
              <a:gd name="connsiteX80" fmla="*/ 40501 w 338138"/>
              <a:gd name="connsiteY80" fmla="*/ 63249 h 313831"/>
              <a:gd name="connsiteX81" fmla="*/ 59117 w 338138"/>
              <a:gd name="connsiteY81" fmla="*/ 58001 h 313831"/>
              <a:gd name="connsiteX82" fmla="*/ 63106 w 338138"/>
              <a:gd name="connsiteY82" fmla="*/ 47504 h 313831"/>
              <a:gd name="connsiteX83" fmla="*/ 69755 w 338138"/>
              <a:gd name="connsiteY83" fmla="*/ 14700 h 313831"/>
              <a:gd name="connsiteX84" fmla="*/ 88370 w 338138"/>
              <a:gd name="connsiteY84" fmla="*/ 22573 h 313831"/>
              <a:gd name="connsiteX85" fmla="*/ 99008 w 338138"/>
              <a:gd name="connsiteY85" fmla="*/ 18637 h 313831"/>
              <a:gd name="connsiteX86" fmla="*/ 109666 w 338138"/>
              <a:gd name="connsiteY86" fmla="*/ 1 h 31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8138" h="313831">
                <a:moveTo>
                  <a:pt x="288132" y="223343"/>
                </a:moveTo>
                <a:cubicBezTo>
                  <a:pt x="283309" y="223343"/>
                  <a:pt x="279400" y="226897"/>
                  <a:pt x="279400" y="231281"/>
                </a:cubicBezTo>
                <a:cubicBezTo>
                  <a:pt x="279400" y="235665"/>
                  <a:pt x="283309" y="239219"/>
                  <a:pt x="288132" y="239219"/>
                </a:cubicBezTo>
                <a:cubicBezTo>
                  <a:pt x="292955" y="239219"/>
                  <a:pt x="296864" y="235665"/>
                  <a:pt x="296864" y="231281"/>
                </a:cubicBezTo>
                <a:cubicBezTo>
                  <a:pt x="296864" y="226897"/>
                  <a:pt x="292955" y="223343"/>
                  <a:pt x="288132" y="223343"/>
                </a:cubicBezTo>
                <a:close/>
                <a:moveTo>
                  <a:pt x="261938" y="223343"/>
                </a:moveTo>
                <a:cubicBezTo>
                  <a:pt x="257554" y="223343"/>
                  <a:pt x="254000" y="226897"/>
                  <a:pt x="254000" y="231281"/>
                </a:cubicBezTo>
                <a:cubicBezTo>
                  <a:pt x="254000" y="235665"/>
                  <a:pt x="257554" y="239219"/>
                  <a:pt x="261938" y="239219"/>
                </a:cubicBezTo>
                <a:cubicBezTo>
                  <a:pt x="266322" y="239219"/>
                  <a:pt x="269876" y="235665"/>
                  <a:pt x="269876" y="231281"/>
                </a:cubicBezTo>
                <a:cubicBezTo>
                  <a:pt x="269876" y="226897"/>
                  <a:pt x="266322" y="223343"/>
                  <a:pt x="261938" y="223343"/>
                </a:cubicBezTo>
                <a:close/>
                <a:moveTo>
                  <a:pt x="116535" y="45543"/>
                </a:moveTo>
                <a:cubicBezTo>
                  <a:pt x="137788" y="45543"/>
                  <a:pt x="152400" y="68137"/>
                  <a:pt x="141773" y="88073"/>
                </a:cubicBezTo>
                <a:cubicBezTo>
                  <a:pt x="141773" y="88073"/>
                  <a:pt x="141773" y="88073"/>
                  <a:pt x="108565" y="102693"/>
                </a:cubicBezTo>
                <a:cubicBezTo>
                  <a:pt x="96610" y="98706"/>
                  <a:pt x="87312" y="88073"/>
                  <a:pt x="87312" y="74783"/>
                </a:cubicBezTo>
                <a:cubicBezTo>
                  <a:pt x="87312" y="58834"/>
                  <a:pt x="100595" y="45543"/>
                  <a:pt x="116535" y="45543"/>
                </a:cubicBezTo>
                <a:close/>
                <a:moveTo>
                  <a:pt x="254349" y="30428"/>
                </a:moveTo>
                <a:cubicBezTo>
                  <a:pt x="271421" y="26493"/>
                  <a:pt x="284553" y="44853"/>
                  <a:pt x="275361" y="48787"/>
                </a:cubicBezTo>
                <a:cubicBezTo>
                  <a:pt x="242530" y="63213"/>
                  <a:pt x="243843" y="57967"/>
                  <a:pt x="255662" y="85507"/>
                </a:cubicBezTo>
                <a:cubicBezTo>
                  <a:pt x="256976" y="89441"/>
                  <a:pt x="262228" y="92064"/>
                  <a:pt x="266168" y="89441"/>
                </a:cubicBezTo>
                <a:cubicBezTo>
                  <a:pt x="266168" y="89441"/>
                  <a:pt x="266168" y="89441"/>
                  <a:pt x="289806" y="80261"/>
                </a:cubicBezTo>
                <a:cubicBezTo>
                  <a:pt x="297685" y="76327"/>
                  <a:pt x="301625" y="99933"/>
                  <a:pt x="287180" y="109113"/>
                </a:cubicBezTo>
                <a:cubicBezTo>
                  <a:pt x="260915" y="124850"/>
                  <a:pt x="259602" y="123538"/>
                  <a:pt x="225458" y="111735"/>
                </a:cubicBezTo>
                <a:cubicBezTo>
                  <a:pt x="225458" y="111735"/>
                  <a:pt x="225458" y="111735"/>
                  <a:pt x="92823" y="166815"/>
                </a:cubicBezTo>
                <a:cubicBezTo>
                  <a:pt x="66559" y="177306"/>
                  <a:pt x="50800" y="137964"/>
                  <a:pt x="75751" y="127472"/>
                </a:cubicBezTo>
                <a:cubicBezTo>
                  <a:pt x="75751" y="127472"/>
                  <a:pt x="75751" y="127472"/>
                  <a:pt x="208386" y="72393"/>
                </a:cubicBezTo>
                <a:cubicBezTo>
                  <a:pt x="217579" y="54033"/>
                  <a:pt x="222832" y="38296"/>
                  <a:pt x="242530" y="33050"/>
                </a:cubicBezTo>
                <a:cubicBezTo>
                  <a:pt x="242530" y="33050"/>
                  <a:pt x="242530" y="33050"/>
                  <a:pt x="254349" y="30428"/>
                </a:cubicBezTo>
                <a:close/>
                <a:moveTo>
                  <a:pt x="186871" y="24906"/>
                </a:moveTo>
                <a:cubicBezTo>
                  <a:pt x="186871" y="24906"/>
                  <a:pt x="186871" y="24906"/>
                  <a:pt x="231775" y="24906"/>
                </a:cubicBezTo>
                <a:cubicBezTo>
                  <a:pt x="220889" y="30080"/>
                  <a:pt x="212725" y="37841"/>
                  <a:pt x="207282" y="48190"/>
                </a:cubicBezTo>
                <a:cubicBezTo>
                  <a:pt x="207282" y="48190"/>
                  <a:pt x="207282" y="48190"/>
                  <a:pt x="201839" y="59831"/>
                </a:cubicBezTo>
                <a:cubicBezTo>
                  <a:pt x="200479" y="52070"/>
                  <a:pt x="193675" y="45603"/>
                  <a:pt x="184150" y="45603"/>
                </a:cubicBezTo>
                <a:cubicBezTo>
                  <a:pt x="190954" y="39135"/>
                  <a:pt x="190954" y="31374"/>
                  <a:pt x="186871" y="24906"/>
                </a:cubicBezTo>
                <a:close/>
                <a:moveTo>
                  <a:pt x="18492" y="24906"/>
                </a:moveTo>
                <a:cubicBezTo>
                  <a:pt x="18492" y="24906"/>
                  <a:pt x="18492" y="24906"/>
                  <a:pt x="43588" y="24906"/>
                </a:cubicBezTo>
                <a:cubicBezTo>
                  <a:pt x="39626" y="32822"/>
                  <a:pt x="40946" y="40738"/>
                  <a:pt x="46230" y="46015"/>
                </a:cubicBezTo>
                <a:cubicBezTo>
                  <a:pt x="36984" y="46015"/>
                  <a:pt x="29059" y="53931"/>
                  <a:pt x="29059" y="63166"/>
                </a:cubicBezTo>
                <a:cubicBezTo>
                  <a:pt x="29059" y="82955"/>
                  <a:pt x="27738" y="89552"/>
                  <a:pt x="31700" y="96148"/>
                </a:cubicBezTo>
                <a:cubicBezTo>
                  <a:pt x="31700" y="96148"/>
                  <a:pt x="31700" y="96148"/>
                  <a:pt x="31700" y="206969"/>
                </a:cubicBezTo>
                <a:cubicBezTo>
                  <a:pt x="31700" y="210926"/>
                  <a:pt x="35663" y="214884"/>
                  <a:pt x="39626" y="214884"/>
                </a:cubicBezTo>
                <a:cubicBezTo>
                  <a:pt x="39626" y="214884"/>
                  <a:pt x="39626" y="214884"/>
                  <a:pt x="298512" y="214884"/>
                </a:cubicBezTo>
                <a:cubicBezTo>
                  <a:pt x="302475" y="214884"/>
                  <a:pt x="306438" y="210926"/>
                  <a:pt x="306438" y="206969"/>
                </a:cubicBezTo>
                <a:cubicBezTo>
                  <a:pt x="306438" y="206969"/>
                  <a:pt x="306438" y="206969"/>
                  <a:pt x="306438" y="104064"/>
                </a:cubicBezTo>
                <a:cubicBezTo>
                  <a:pt x="309079" y="96148"/>
                  <a:pt x="310400" y="86913"/>
                  <a:pt x="306438" y="77678"/>
                </a:cubicBezTo>
                <a:cubicBezTo>
                  <a:pt x="306438" y="59208"/>
                  <a:pt x="306438" y="61846"/>
                  <a:pt x="274737" y="61846"/>
                </a:cubicBezTo>
                <a:cubicBezTo>
                  <a:pt x="274737" y="61846"/>
                  <a:pt x="274737" y="61846"/>
                  <a:pt x="281341" y="59208"/>
                </a:cubicBezTo>
                <a:cubicBezTo>
                  <a:pt x="293229" y="53931"/>
                  <a:pt x="294550" y="38099"/>
                  <a:pt x="280021" y="24906"/>
                </a:cubicBezTo>
                <a:cubicBezTo>
                  <a:pt x="280021" y="24906"/>
                  <a:pt x="280021" y="24906"/>
                  <a:pt x="319646" y="24906"/>
                </a:cubicBezTo>
                <a:cubicBezTo>
                  <a:pt x="330213" y="24906"/>
                  <a:pt x="338138" y="34141"/>
                  <a:pt x="338138" y="43376"/>
                </a:cubicBezTo>
                <a:cubicBezTo>
                  <a:pt x="338138" y="43376"/>
                  <a:pt x="338138" y="43376"/>
                  <a:pt x="338138" y="234674"/>
                </a:cubicBezTo>
                <a:cubicBezTo>
                  <a:pt x="338138" y="243909"/>
                  <a:pt x="330213" y="251825"/>
                  <a:pt x="319646" y="251825"/>
                </a:cubicBezTo>
                <a:cubicBezTo>
                  <a:pt x="319646" y="251825"/>
                  <a:pt x="319646" y="251825"/>
                  <a:pt x="200769" y="251825"/>
                </a:cubicBezTo>
                <a:cubicBezTo>
                  <a:pt x="200769" y="251825"/>
                  <a:pt x="200769" y="251825"/>
                  <a:pt x="216620" y="290084"/>
                </a:cubicBezTo>
                <a:cubicBezTo>
                  <a:pt x="216620" y="290084"/>
                  <a:pt x="216620" y="290084"/>
                  <a:pt x="224545" y="290084"/>
                </a:cubicBezTo>
                <a:cubicBezTo>
                  <a:pt x="229828" y="290084"/>
                  <a:pt x="235112" y="295361"/>
                  <a:pt x="235112" y="301958"/>
                </a:cubicBezTo>
                <a:cubicBezTo>
                  <a:pt x="235112" y="308554"/>
                  <a:pt x="229828" y="313831"/>
                  <a:pt x="224545" y="313831"/>
                </a:cubicBezTo>
                <a:cubicBezTo>
                  <a:pt x="224545" y="313831"/>
                  <a:pt x="224545" y="313831"/>
                  <a:pt x="113593" y="313831"/>
                </a:cubicBezTo>
                <a:cubicBezTo>
                  <a:pt x="108310" y="313831"/>
                  <a:pt x="103026" y="308554"/>
                  <a:pt x="103026" y="301958"/>
                </a:cubicBezTo>
                <a:cubicBezTo>
                  <a:pt x="103026" y="295361"/>
                  <a:pt x="108310" y="290084"/>
                  <a:pt x="113593" y="290084"/>
                </a:cubicBezTo>
                <a:cubicBezTo>
                  <a:pt x="113593" y="290084"/>
                  <a:pt x="113593" y="290084"/>
                  <a:pt x="121518" y="290084"/>
                </a:cubicBezTo>
                <a:cubicBezTo>
                  <a:pt x="121518" y="290084"/>
                  <a:pt x="121518" y="290084"/>
                  <a:pt x="137369" y="251825"/>
                </a:cubicBezTo>
                <a:cubicBezTo>
                  <a:pt x="137369" y="251825"/>
                  <a:pt x="137369" y="251825"/>
                  <a:pt x="18492" y="251825"/>
                </a:cubicBezTo>
                <a:cubicBezTo>
                  <a:pt x="7925" y="251825"/>
                  <a:pt x="0" y="243909"/>
                  <a:pt x="0" y="234674"/>
                </a:cubicBezTo>
                <a:cubicBezTo>
                  <a:pt x="0" y="234674"/>
                  <a:pt x="0" y="234674"/>
                  <a:pt x="0" y="43376"/>
                </a:cubicBezTo>
                <a:cubicBezTo>
                  <a:pt x="0" y="34141"/>
                  <a:pt x="7925" y="24906"/>
                  <a:pt x="18492" y="24906"/>
                </a:cubicBezTo>
                <a:close/>
                <a:moveTo>
                  <a:pt x="109666" y="1"/>
                </a:moveTo>
                <a:cubicBezTo>
                  <a:pt x="113718" y="21"/>
                  <a:pt x="119286" y="267"/>
                  <a:pt x="126932" y="267"/>
                </a:cubicBezTo>
                <a:cubicBezTo>
                  <a:pt x="134910" y="267"/>
                  <a:pt x="133580" y="10764"/>
                  <a:pt x="133580" y="18637"/>
                </a:cubicBezTo>
                <a:cubicBezTo>
                  <a:pt x="137569" y="19949"/>
                  <a:pt x="140229" y="21261"/>
                  <a:pt x="144218" y="22573"/>
                </a:cubicBezTo>
                <a:cubicBezTo>
                  <a:pt x="158845" y="6828"/>
                  <a:pt x="154855" y="8140"/>
                  <a:pt x="177460" y="29134"/>
                </a:cubicBezTo>
                <a:cubicBezTo>
                  <a:pt x="182779" y="35695"/>
                  <a:pt x="174801" y="40943"/>
                  <a:pt x="168152" y="47504"/>
                </a:cubicBezTo>
                <a:cubicBezTo>
                  <a:pt x="170812" y="50128"/>
                  <a:pt x="172142" y="54065"/>
                  <a:pt x="173471" y="58001"/>
                </a:cubicBezTo>
                <a:cubicBezTo>
                  <a:pt x="188098" y="58001"/>
                  <a:pt x="192087" y="55377"/>
                  <a:pt x="192087" y="67186"/>
                </a:cubicBezTo>
                <a:cubicBezTo>
                  <a:pt x="192087" y="67186"/>
                  <a:pt x="192087" y="67186"/>
                  <a:pt x="154855" y="82931"/>
                </a:cubicBezTo>
                <a:cubicBezTo>
                  <a:pt x="160174" y="58001"/>
                  <a:pt x="140229" y="35695"/>
                  <a:pt x="116294" y="35695"/>
                </a:cubicBezTo>
                <a:cubicBezTo>
                  <a:pt x="93689" y="35695"/>
                  <a:pt x="76403" y="52753"/>
                  <a:pt x="76403" y="75059"/>
                </a:cubicBezTo>
                <a:cubicBezTo>
                  <a:pt x="76403" y="88180"/>
                  <a:pt x="83052" y="101301"/>
                  <a:pt x="93689" y="107862"/>
                </a:cubicBezTo>
                <a:cubicBezTo>
                  <a:pt x="73744" y="117047"/>
                  <a:pt x="67095" y="118359"/>
                  <a:pt x="59117" y="124919"/>
                </a:cubicBezTo>
                <a:cubicBezTo>
                  <a:pt x="48479" y="114422"/>
                  <a:pt x="49809" y="115734"/>
                  <a:pt x="63106" y="102613"/>
                </a:cubicBezTo>
                <a:cubicBezTo>
                  <a:pt x="61776" y="98677"/>
                  <a:pt x="60447" y="96053"/>
                  <a:pt x="59117" y="92116"/>
                </a:cubicBezTo>
                <a:cubicBezTo>
                  <a:pt x="36512" y="92116"/>
                  <a:pt x="40501" y="94740"/>
                  <a:pt x="40501" y="63249"/>
                </a:cubicBezTo>
                <a:cubicBezTo>
                  <a:pt x="40501" y="55377"/>
                  <a:pt x="51139" y="58001"/>
                  <a:pt x="59117" y="58001"/>
                </a:cubicBezTo>
                <a:cubicBezTo>
                  <a:pt x="60447" y="54065"/>
                  <a:pt x="61776" y="50128"/>
                  <a:pt x="63106" y="47504"/>
                </a:cubicBezTo>
                <a:cubicBezTo>
                  <a:pt x="47150" y="31759"/>
                  <a:pt x="48479" y="35695"/>
                  <a:pt x="69755" y="14700"/>
                </a:cubicBezTo>
                <a:cubicBezTo>
                  <a:pt x="76403" y="8140"/>
                  <a:pt x="81722" y="17325"/>
                  <a:pt x="88370" y="22573"/>
                </a:cubicBezTo>
                <a:cubicBezTo>
                  <a:pt x="91030" y="21261"/>
                  <a:pt x="95019" y="19949"/>
                  <a:pt x="99008" y="18637"/>
                </a:cubicBezTo>
                <a:cubicBezTo>
                  <a:pt x="99008" y="1907"/>
                  <a:pt x="97512" y="-61"/>
                  <a:pt x="109666" y="1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944370" y="3803015"/>
            <a:ext cx="2726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l">
              <a:def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死亡、检查点与重生流程</a:t>
            </a:r>
            <a:endParaRPr lang="zh-CN" altLang="en-US" sz="1600" dirty="0">
              <a:ln w="15875"/>
              <a:gradFill>
                <a:gsLst>
                  <a:gs pos="0">
                    <a:schemeClr val="accent1">
                      <a:lumOff val="-19998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8"/>
                    </a:schemeClr>
                  </a:gs>
                </a:gsLst>
                <a:lin ang="0" scaled="0"/>
              </a:gradFill>
              <a:effectLst/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85800" y="4260850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C13A3A"/>
          </a:solidFill>
          <a:ln w="0">
            <a:solidFill>
              <a:srgbClr val="C13A3A"/>
            </a:solidFill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掉落或机关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触发死亡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828925" y="4260850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E88A2D"/>
          </a:solidFill>
          <a:ln w="0">
            <a:solidFill>
              <a:srgbClr val="E88A2D"/>
            </a:solidFill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读取最近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检查点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4972050" y="4260850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2A73B8"/>
          </a:solidFill>
          <a:ln w="0">
            <a:solidFill>
              <a:srgbClr val="2A73B8"/>
            </a:solidFill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选择重生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Transform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115175" y="4260850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2B855A"/>
          </a:solidFill>
          <a:ln w="0">
            <a:solidFill>
              <a:srgbClr val="2B855A"/>
            </a:solidFill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生成新角色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9258300" y="4260850"/>
            <a:ext cx="1571625" cy="1000125"/>
          </a:xfrm>
          <a:prstGeom prst="roundRect">
            <a:avLst>
              <a:gd name="adj" fmla="val 7619"/>
            </a:avLst>
          </a:prstGeom>
          <a:solidFill>
            <a:srgbClr val="10233F"/>
          </a:solidFill>
          <a:ln w="0">
            <a:solidFill>
              <a:srgbClr val="10233F"/>
            </a:solidFill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PlayerController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重新 Possess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8" name="直接箭头连接符 47"/>
          <p:cNvCxnSpPr>
            <a:stCxn id="41" idx="3"/>
            <a:endCxn id="42" idx="1"/>
          </p:cNvCxnSpPr>
          <p:nvPr/>
        </p:nvCxnSpPr>
        <p:spPr>
          <a:xfrm>
            <a:off x="2257425" y="4760913"/>
            <a:ext cx="571500" cy="0"/>
          </a:xfrm>
          <a:prstGeom prst="straightConnector1">
            <a:avLst/>
          </a:prstGeom>
          <a:ln w="19050">
            <a:solidFill>
              <a:srgbClr val="5D6A78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42" idx="3"/>
            <a:endCxn id="43" idx="1"/>
          </p:cNvCxnSpPr>
          <p:nvPr/>
        </p:nvCxnSpPr>
        <p:spPr>
          <a:xfrm>
            <a:off x="4400550" y="4760913"/>
            <a:ext cx="571500" cy="0"/>
          </a:xfrm>
          <a:prstGeom prst="straightConnector1">
            <a:avLst/>
          </a:prstGeom>
          <a:ln w="19050">
            <a:solidFill>
              <a:srgbClr val="5D6A78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43" idx="3"/>
            <a:endCxn id="44" idx="1"/>
          </p:cNvCxnSpPr>
          <p:nvPr/>
        </p:nvCxnSpPr>
        <p:spPr>
          <a:xfrm>
            <a:off x="6543675" y="4760913"/>
            <a:ext cx="571500" cy="0"/>
          </a:xfrm>
          <a:prstGeom prst="straightConnector1">
            <a:avLst/>
          </a:prstGeom>
          <a:ln w="19050">
            <a:solidFill>
              <a:srgbClr val="5D6A78"/>
            </a:solidFill>
            <a:prstDash val="solid"/>
            <a:tailEnd type="triangle" w="sm" len="sm"/>
          </a:ln>
        </p:spPr>
      </p:cxnSp>
      <p:cxnSp>
        <p:nvCxnSpPr>
          <p:cNvPr id="53" name="直接箭头连接符 52"/>
          <p:cNvCxnSpPr>
            <a:stCxn id="44" idx="3"/>
            <a:endCxn id="46" idx="1"/>
          </p:cNvCxnSpPr>
          <p:nvPr/>
        </p:nvCxnSpPr>
        <p:spPr>
          <a:xfrm>
            <a:off x="8686800" y="4760913"/>
            <a:ext cx="571500" cy="0"/>
          </a:xfrm>
          <a:prstGeom prst="straightConnector1">
            <a:avLst/>
          </a:prstGeom>
          <a:ln w="19050">
            <a:solidFill>
              <a:srgbClr val="5D6A78"/>
            </a:solidFill>
            <a:prstDash val="solid"/>
            <a:tailEnd type="triangle" w="sm" len="sm"/>
          </a:ln>
        </p:spPr>
      </p:cxnSp>
      <p:pic>
        <p:nvPicPr>
          <p:cNvPr id="2" name="WeChat_20260913213014">
            <a:hlinkClick r:id="" action="ppaction://media"/>
          </p:cNvPr>
          <p:cNvPicPr/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08330" y="823595"/>
            <a:ext cx="10708640" cy="5443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 showWhenStopped="0"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266139" y="131925"/>
            <a:ext cx="3659722" cy="571572"/>
            <a:chOff x="1553269" y="1934343"/>
            <a:chExt cx="3659722" cy="571572"/>
          </a:xfrm>
        </p:grpSpPr>
        <p:sp>
          <p:nvSpPr>
            <p:cNvPr id="38" name="矩形: 圆角 37"/>
            <p:cNvSpPr/>
            <p:nvPr/>
          </p:nvSpPr>
          <p:spPr>
            <a:xfrm>
              <a:off x="1553269" y="1934343"/>
              <a:ext cx="3659722" cy="571572"/>
            </a:xfrm>
            <a:prstGeom prst="roundRect">
              <a:avLst>
                <a:gd name="adj" fmla="val 0"/>
              </a:avLst>
            </a:prstGeom>
            <a:solidFill>
              <a:srgbClr val="CAA2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53269" y="1934343"/>
              <a:ext cx="1018090" cy="571572"/>
            </a:xfrm>
            <a:custGeom>
              <a:avLst/>
              <a:gdLst>
                <a:gd name="csX0" fmla="*/ 0 w 1018090"/>
                <a:gd name="csY0" fmla="*/ 0 h 571572"/>
                <a:gd name="csX1" fmla="*/ 111874 w 1018090"/>
                <a:gd name="csY1" fmla="*/ 0 h 571572"/>
                <a:gd name="csX2" fmla="*/ 413946 w 1018090"/>
                <a:gd name="csY2" fmla="*/ 0 h 571572"/>
                <a:gd name="csX3" fmla="*/ 590645 w 1018090"/>
                <a:gd name="csY3" fmla="*/ 0 h 571572"/>
                <a:gd name="csX4" fmla="*/ 702519 w 1018090"/>
                <a:gd name="csY4" fmla="*/ 0 h 571572"/>
                <a:gd name="csX5" fmla="*/ 1004591 w 1018090"/>
                <a:gd name="csY5" fmla="*/ 0 h 571572"/>
                <a:gd name="csX6" fmla="*/ 1014908 w 1018090"/>
                <a:gd name="csY6" fmla="*/ 37507 h 571572"/>
                <a:gd name="csX7" fmla="*/ 1002739 w 1018090"/>
                <a:gd name="csY7" fmla="*/ 157956 h 571572"/>
                <a:gd name="csX8" fmla="*/ 790558 w 1018090"/>
                <a:gd name="csY8" fmla="*/ 518468 h 571572"/>
                <a:gd name="csX9" fmla="*/ 767459 w 1018090"/>
                <a:gd name="csY9" fmla="*/ 571572 h 571572"/>
                <a:gd name="csX10" fmla="*/ 465387 w 1018090"/>
                <a:gd name="csY10" fmla="*/ 571572 h 571572"/>
                <a:gd name="csX11" fmla="*/ 413946 w 1018090"/>
                <a:gd name="csY11" fmla="*/ 571572 h 571572"/>
                <a:gd name="csX12" fmla="*/ 353513 w 1018090"/>
                <a:gd name="csY12" fmla="*/ 571572 h 571572"/>
                <a:gd name="csX13" fmla="*/ 111874 w 1018090"/>
                <a:gd name="csY13" fmla="*/ 571572 h 571572"/>
                <a:gd name="csX14" fmla="*/ 0 w 1018090"/>
                <a:gd name="csY14" fmla="*/ 571572 h 571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8090" h="571572">
                  <a:moveTo>
                    <a:pt x="0" y="0"/>
                  </a:moveTo>
                  <a:lnTo>
                    <a:pt x="111874" y="0"/>
                  </a:lnTo>
                  <a:lnTo>
                    <a:pt x="413946" y="0"/>
                  </a:lnTo>
                  <a:lnTo>
                    <a:pt x="590645" y="0"/>
                  </a:lnTo>
                  <a:lnTo>
                    <a:pt x="702519" y="0"/>
                  </a:lnTo>
                  <a:lnTo>
                    <a:pt x="1004591" y="0"/>
                  </a:lnTo>
                  <a:lnTo>
                    <a:pt x="1014908" y="37507"/>
                  </a:lnTo>
                  <a:cubicBezTo>
                    <a:pt x="1021031" y="74655"/>
                    <a:pt x="1019011" y="115384"/>
                    <a:pt x="1002739" y="157956"/>
                  </a:cubicBezTo>
                  <a:cubicBezTo>
                    <a:pt x="953902" y="285673"/>
                    <a:pt x="847678" y="406671"/>
                    <a:pt x="790558" y="518468"/>
                  </a:cubicBezTo>
                  <a:lnTo>
                    <a:pt x="767459" y="571572"/>
                  </a:lnTo>
                  <a:lnTo>
                    <a:pt x="465387" y="571572"/>
                  </a:lnTo>
                  <a:lnTo>
                    <a:pt x="413946" y="571572"/>
                  </a:lnTo>
                  <a:lnTo>
                    <a:pt x="353513" y="571572"/>
                  </a:lnTo>
                  <a:lnTo>
                    <a:pt x="111874" y="571572"/>
                  </a:lnTo>
                  <a:lnTo>
                    <a:pt x="0" y="571572"/>
                  </a:lnTo>
                  <a:close/>
                </a:path>
              </a:pathLst>
            </a:custGeom>
            <a:solidFill>
              <a:srgbClr val="656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96285" y="1984630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571809" y="2076583"/>
              <a:ext cx="2547620" cy="36830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rPr>
                <a:t>被测项目与测试范围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</p:grpSp>
      <p:sp>
        <p:nvSpPr>
          <p:cNvPr id="11" name="矩形 10"/>
          <p:cNvSpPr>
            <a:spLocks noGrp="1"/>
          </p:cNvSpPr>
          <p:nvPr/>
        </p:nvSpPr>
        <p:spPr>
          <a:xfrm>
            <a:off x="952500" y="704850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C++ 化后的模块边界</a:t>
            </a:r>
            <a:endParaRPr sz="2325" b="1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1414780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>
                <a:solidFill>
                  <a:srgbClr val="5D6A7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将可测试的状态规则从蓝图事件图中拆分出来</a:t>
            </a:r>
            <a:endParaRPr sz="1600" b="0">
              <a:solidFill>
                <a:srgbClr val="5D6A7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238250" y="2000250"/>
            <a:ext cx="2762250" cy="1905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9050">
            <a:solidFill>
              <a:srgbClr val="2A73B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FRespawnState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sz="1575"/>
          </a:p>
          <a:p>
            <a:endParaRPr sz="1575"/>
          </a:p>
          <a:p>
            <a:endParaRPr sz="1575"/>
          </a:p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管理 Alive、Dying、Respawning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管理默认出生点与检查点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714875" y="2000250"/>
            <a:ext cx="2762250" cy="1905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9050">
            <a:solidFill>
              <a:srgbClr val="E88A2D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DeathRespawnComponent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sz="1575"/>
          </a:p>
          <a:p>
            <a:endParaRPr sz="1575"/>
          </a:p>
          <a:p>
            <a:endParaRPr sz="1575"/>
          </a:p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向蓝图暴露 RequestDeath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与 RegisterCheckpoint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191500" y="2000250"/>
            <a:ext cx="2762250" cy="1905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9050">
            <a:solidFill>
              <a:srgbClr val="2B855A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ChallengeGameMode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sz="1575"/>
          </a:p>
          <a:p>
            <a:endParaRPr sz="1575"/>
          </a:p>
          <a:p>
            <a:endParaRPr sz="1575"/>
          </a:p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销毁旧角色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SpawnActor 与 Possess</a:t>
            </a:r>
            <a:endParaRPr sz="1575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19" name="直接箭头连接符 18"/>
          <p:cNvCxnSpPr>
            <a:stCxn id="14" idx="3"/>
            <a:endCxn id="15" idx="1"/>
          </p:cNvCxnSpPr>
          <p:nvPr/>
        </p:nvCxnSpPr>
        <p:spPr>
          <a:xfrm>
            <a:off x="4000500" y="2952750"/>
            <a:ext cx="714375" cy="0"/>
          </a:xfrm>
          <a:prstGeom prst="straightConnector1">
            <a:avLst/>
          </a:prstGeom>
          <a:ln w="19050">
            <a:solidFill>
              <a:srgbClr val="5D6A78"/>
            </a:solidFill>
            <a:prstDash val="solid"/>
            <a:headEnd type="triangle" w="sm" len="sm"/>
          </a:ln>
        </p:spPr>
      </p:cxnSp>
      <p:cxnSp>
        <p:nvCxnSpPr>
          <p:cNvPr id="20" name="直接箭头连接符 19"/>
          <p:cNvCxnSpPr>
            <a:stCxn id="15" idx="3"/>
            <a:endCxn id="16" idx="1"/>
          </p:cNvCxnSpPr>
          <p:nvPr/>
        </p:nvCxnSpPr>
        <p:spPr>
          <a:xfrm>
            <a:off x="7477125" y="2952750"/>
            <a:ext cx="714375" cy="0"/>
          </a:xfrm>
          <a:prstGeom prst="straightConnector1">
            <a:avLst/>
          </a:prstGeom>
          <a:ln w="19050">
            <a:solidFill>
              <a:srgbClr val="5D6A78"/>
            </a:solidFill>
            <a:prstDash val="solid"/>
            <a:headEnd type="triangle" w="sm" len="sm"/>
          </a:ln>
        </p:spPr>
      </p:cxnSp>
      <p:sp>
        <p:nvSpPr>
          <p:cNvPr id="18" name="矩形 17"/>
          <p:cNvSpPr>
            <a:spLocks noGrp="1"/>
          </p:cNvSpPr>
          <p:nvPr/>
        </p:nvSpPr>
        <p:spPr>
          <a:xfrm>
            <a:off x="952500" y="4762500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10233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33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蓝图角色与机关只负责发起事件；状态机负责判断规则，因此可以独立进行单元测试。</a:t>
            </a:r>
            <a:endParaRPr sz="1800" b="1">
              <a:solidFill>
                <a:srgbClr val="10233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266139" y="131925"/>
            <a:ext cx="3659722" cy="571572"/>
            <a:chOff x="1553269" y="1934343"/>
            <a:chExt cx="3659722" cy="571572"/>
          </a:xfrm>
        </p:grpSpPr>
        <p:sp>
          <p:nvSpPr>
            <p:cNvPr id="38" name="矩形: 圆角 37"/>
            <p:cNvSpPr/>
            <p:nvPr/>
          </p:nvSpPr>
          <p:spPr>
            <a:xfrm>
              <a:off x="1553269" y="1934343"/>
              <a:ext cx="3659722" cy="571572"/>
            </a:xfrm>
            <a:prstGeom prst="roundRect">
              <a:avLst>
                <a:gd name="adj" fmla="val 0"/>
              </a:avLst>
            </a:prstGeom>
            <a:solidFill>
              <a:srgbClr val="CAA2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53269" y="1934343"/>
              <a:ext cx="1018090" cy="571572"/>
            </a:xfrm>
            <a:custGeom>
              <a:avLst/>
              <a:gdLst>
                <a:gd name="csX0" fmla="*/ 0 w 1018090"/>
                <a:gd name="csY0" fmla="*/ 0 h 571572"/>
                <a:gd name="csX1" fmla="*/ 111874 w 1018090"/>
                <a:gd name="csY1" fmla="*/ 0 h 571572"/>
                <a:gd name="csX2" fmla="*/ 413946 w 1018090"/>
                <a:gd name="csY2" fmla="*/ 0 h 571572"/>
                <a:gd name="csX3" fmla="*/ 590645 w 1018090"/>
                <a:gd name="csY3" fmla="*/ 0 h 571572"/>
                <a:gd name="csX4" fmla="*/ 702519 w 1018090"/>
                <a:gd name="csY4" fmla="*/ 0 h 571572"/>
                <a:gd name="csX5" fmla="*/ 1004591 w 1018090"/>
                <a:gd name="csY5" fmla="*/ 0 h 571572"/>
                <a:gd name="csX6" fmla="*/ 1014908 w 1018090"/>
                <a:gd name="csY6" fmla="*/ 37507 h 571572"/>
                <a:gd name="csX7" fmla="*/ 1002739 w 1018090"/>
                <a:gd name="csY7" fmla="*/ 157956 h 571572"/>
                <a:gd name="csX8" fmla="*/ 790558 w 1018090"/>
                <a:gd name="csY8" fmla="*/ 518468 h 571572"/>
                <a:gd name="csX9" fmla="*/ 767459 w 1018090"/>
                <a:gd name="csY9" fmla="*/ 571572 h 571572"/>
                <a:gd name="csX10" fmla="*/ 465387 w 1018090"/>
                <a:gd name="csY10" fmla="*/ 571572 h 571572"/>
                <a:gd name="csX11" fmla="*/ 413946 w 1018090"/>
                <a:gd name="csY11" fmla="*/ 571572 h 571572"/>
                <a:gd name="csX12" fmla="*/ 353513 w 1018090"/>
                <a:gd name="csY12" fmla="*/ 571572 h 571572"/>
                <a:gd name="csX13" fmla="*/ 111874 w 1018090"/>
                <a:gd name="csY13" fmla="*/ 571572 h 571572"/>
                <a:gd name="csX14" fmla="*/ 0 w 1018090"/>
                <a:gd name="csY14" fmla="*/ 571572 h 571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8090" h="571572">
                  <a:moveTo>
                    <a:pt x="0" y="0"/>
                  </a:moveTo>
                  <a:lnTo>
                    <a:pt x="111874" y="0"/>
                  </a:lnTo>
                  <a:lnTo>
                    <a:pt x="413946" y="0"/>
                  </a:lnTo>
                  <a:lnTo>
                    <a:pt x="590645" y="0"/>
                  </a:lnTo>
                  <a:lnTo>
                    <a:pt x="702519" y="0"/>
                  </a:lnTo>
                  <a:lnTo>
                    <a:pt x="1004591" y="0"/>
                  </a:lnTo>
                  <a:lnTo>
                    <a:pt x="1014908" y="37507"/>
                  </a:lnTo>
                  <a:cubicBezTo>
                    <a:pt x="1021031" y="74655"/>
                    <a:pt x="1019011" y="115384"/>
                    <a:pt x="1002739" y="157956"/>
                  </a:cubicBezTo>
                  <a:cubicBezTo>
                    <a:pt x="953902" y="285673"/>
                    <a:pt x="847678" y="406671"/>
                    <a:pt x="790558" y="518468"/>
                  </a:cubicBezTo>
                  <a:lnTo>
                    <a:pt x="767459" y="571572"/>
                  </a:lnTo>
                  <a:lnTo>
                    <a:pt x="465387" y="571572"/>
                  </a:lnTo>
                  <a:lnTo>
                    <a:pt x="413946" y="571572"/>
                  </a:lnTo>
                  <a:lnTo>
                    <a:pt x="353513" y="571572"/>
                  </a:lnTo>
                  <a:lnTo>
                    <a:pt x="111874" y="571572"/>
                  </a:lnTo>
                  <a:lnTo>
                    <a:pt x="0" y="571572"/>
                  </a:lnTo>
                  <a:close/>
                </a:path>
              </a:pathLst>
            </a:custGeom>
            <a:solidFill>
              <a:srgbClr val="656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96285" y="1984630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776727" y="2035538"/>
              <a:ext cx="2080066" cy="36830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rPr>
                <a:t>主要测试策略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</p:grp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1742440" y="1695450"/>
          <a:ext cx="8913495" cy="357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165"/>
                <a:gridCol w="2971165"/>
                <a:gridCol w="2971165"/>
              </a:tblGrid>
              <a:tr h="714375"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测试方法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覆盖重点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代表案例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714375"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等价类法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有效与无效 Transform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NaN 检查点被拒绝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</a:tr>
              <a:tr h="714375"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边界值法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缩放、负坐标、NaN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非单位缩放检查点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</a:tr>
              <a:tr h="714375"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场景法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事件先后顺序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取消后再次死亡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</a:tr>
              <a:tr h="714375"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状态迁移法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合法与非法状态转换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90000"/>
                        </a:lnSpc>
                      </a:pPr>
                      <a:r>
                        <a:rPr sz="16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 BeginRespawn 被拒绝</a:t>
                      </a:r>
                      <a:endParaRPr sz="16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DDE7EF"/>
                    </a:solidFill>
                  </a:tcPr>
                </a:tc>
              </a:tr>
            </a:tbl>
          </a:graphicData>
        </a:graphic>
      </p:graphicFrame>
      <p:sp>
        <p:nvSpPr>
          <p:cNvPr id="18" name="矩形 17"/>
          <p:cNvSpPr>
            <a:spLocks noGrp="1"/>
          </p:cNvSpPr>
          <p:nvPr/>
        </p:nvSpPr>
        <p:spPr>
          <a:xfrm>
            <a:off x="1742440" y="1269365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>
                <a:solidFill>
                  <a:srgbClr val="5D6A7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覆盖正常输入、异常输入、组合流程与非法状态迁移</a:t>
            </a:r>
            <a:endParaRPr sz="1600" b="0">
              <a:solidFill>
                <a:srgbClr val="5D6A7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42440" y="5372735"/>
            <a:ext cx="8985885" cy="1412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olidFill>
                  <a:srgbClr val="1023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测试策略的核心：不仅验证“能否重生”，还验证“何时允许重生、输入是否有效、重复事件是否会被拒绝”。</a:t>
            </a:r>
            <a:endParaRPr b="0">
              <a:solidFill>
                <a:srgbClr val="10233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266139" y="131925"/>
            <a:ext cx="3659722" cy="571572"/>
            <a:chOff x="1553269" y="1934343"/>
            <a:chExt cx="3659722" cy="571572"/>
          </a:xfrm>
        </p:grpSpPr>
        <p:sp>
          <p:nvSpPr>
            <p:cNvPr id="8" name="矩形: 圆角 37"/>
            <p:cNvSpPr/>
            <p:nvPr/>
          </p:nvSpPr>
          <p:spPr>
            <a:xfrm>
              <a:off x="1553269" y="1934343"/>
              <a:ext cx="3659722" cy="571572"/>
            </a:xfrm>
            <a:prstGeom prst="roundRect">
              <a:avLst>
                <a:gd name="adj" fmla="val 0"/>
              </a:avLst>
            </a:prstGeom>
            <a:solidFill>
              <a:srgbClr val="CAA2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28" name="任意多边形: 形状 44"/>
            <p:cNvSpPr/>
            <p:nvPr/>
          </p:nvSpPr>
          <p:spPr>
            <a:xfrm>
              <a:off x="1553269" y="1934343"/>
              <a:ext cx="1018090" cy="571572"/>
            </a:xfrm>
            <a:custGeom>
              <a:avLst/>
              <a:gdLst>
                <a:gd name="csX0" fmla="*/ 0 w 1018090"/>
                <a:gd name="csY0" fmla="*/ 0 h 571572"/>
                <a:gd name="csX1" fmla="*/ 111874 w 1018090"/>
                <a:gd name="csY1" fmla="*/ 0 h 571572"/>
                <a:gd name="csX2" fmla="*/ 413946 w 1018090"/>
                <a:gd name="csY2" fmla="*/ 0 h 571572"/>
                <a:gd name="csX3" fmla="*/ 590645 w 1018090"/>
                <a:gd name="csY3" fmla="*/ 0 h 571572"/>
                <a:gd name="csX4" fmla="*/ 702519 w 1018090"/>
                <a:gd name="csY4" fmla="*/ 0 h 571572"/>
                <a:gd name="csX5" fmla="*/ 1004591 w 1018090"/>
                <a:gd name="csY5" fmla="*/ 0 h 571572"/>
                <a:gd name="csX6" fmla="*/ 1014908 w 1018090"/>
                <a:gd name="csY6" fmla="*/ 37507 h 571572"/>
                <a:gd name="csX7" fmla="*/ 1002739 w 1018090"/>
                <a:gd name="csY7" fmla="*/ 157956 h 571572"/>
                <a:gd name="csX8" fmla="*/ 790558 w 1018090"/>
                <a:gd name="csY8" fmla="*/ 518468 h 571572"/>
                <a:gd name="csX9" fmla="*/ 767459 w 1018090"/>
                <a:gd name="csY9" fmla="*/ 571572 h 571572"/>
                <a:gd name="csX10" fmla="*/ 465387 w 1018090"/>
                <a:gd name="csY10" fmla="*/ 571572 h 571572"/>
                <a:gd name="csX11" fmla="*/ 413946 w 1018090"/>
                <a:gd name="csY11" fmla="*/ 571572 h 571572"/>
                <a:gd name="csX12" fmla="*/ 353513 w 1018090"/>
                <a:gd name="csY12" fmla="*/ 571572 h 571572"/>
                <a:gd name="csX13" fmla="*/ 111874 w 1018090"/>
                <a:gd name="csY13" fmla="*/ 571572 h 571572"/>
                <a:gd name="csX14" fmla="*/ 0 w 1018090"/>
                <a:gd name="csY14" fmla="*/ 571572 h 571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8090" h="571572">
                  <a:moveTo>
                    <a:pt x="0" y="0"/>
                  </a:moveTo>
                  <a:lnTo>
                    <a:pt x="111874" y="0"/>
                  </a:lnTo>
                  <a:lnTo>
                    <a:pt x="413946" y="0"/>
                  </a:lnTo>
                  <a:lnTo>
                    <a:pt x="590645" y="0"/>
                  </a:lnTo>
                  <a:lnTo>
                    <a:pt x="702519" y="0"/>
                  </a:lnTo>
                  <a:lnTo>
                    <a:pt x="1004591" y="0"/>
                  </a:lnTo>
                  <a:lnTo>
                    <a:pt x="1014908" y="37507"/>
                  </a:lnTo>
                  <a:cubicBezTo>
                    <a:pt x="1021031" y="74655"/>
                    <a:pt x="1019011" y="115384"/>
                    <a:pt x="1002739" y="157956"/>
                  </a:cubicBezTo>
                  <a:cubicBezTo>
                    <a:pt x="953902" y="285673"/>
                    <a:pt x="847678" y="406671"/>
                    <a:pt x="790558" y="518468"/>
                  </a:cubicBezTo>
                  <a:lnTo>
                    <a:pt x="767459" y="571572"/>
                  </a:lnTo>
                  <a:lnTo>
                    <a:pt x="465387" y="571572"/>
                  </a:lnTo>
                  <a:lnTo>
                    <a:pt x="413946" y="571572"/>
                  </a:lnTo>
                  <a:lnTo>
                    <a:pt x="353513" y="571572"/>
                  </a:lnTo>
                  <a:lnTo>
                    <a:pt x="111874" y="571572"/>
                  </a:lnTo>
                  <a:lnTo>
                    <a:pt x="0" y="571572"/>
                  </a:lnTo>
                  <a:close/>
                </a:path>
              </a:pathLst>
            </a:custGeom>
            <a:solidFill>
              <a:srgbClr val="656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796285" y="1984630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776727" y="2035538"/>
              <a:ext cx="2080066" cy="36830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rPr>
                <a:t>主要测试策略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</p:grpSp>
      <p:sp>
        <p:nvSpPr>
          <p:cNvPr id="32" name="矩形 31"/>
          <p:cNvSpPr>
            <a:spLocks noGrp="1"/>
          </p:cNvSpPr>
          <p:nvPr/>
        </p:nvSpPr>
        <p:spPr>
          <a:xfrm>
            <a:off x="628650" y="721360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需求与测试用例覆盖</a:t>
            </a:r>
            <a:endParaRPr sz="2325" b="1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47700" y="120713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>
                <a:solidFill>
                  <a:srgbClr val="5D6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条自动化单元测试用例与功能需求一一对应</a:t>
            </a:r>
            <a:endParaRPr sz="1600" b="0">
              <a:solidFill>
                <a:srgbClr val="5D6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28650" y="1521460"/>
            <a:ext cx="10934700" cy="0"/>
          </a:xfrm>
          <a:prstGeom prst="line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333500" y="5922010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等价类法 10 条   边界值法 5 条   场景法 8 条   状态迁移法 7 条</a:t>
            </a:r>
            <a:endParaRPr sz="2000" b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39" name="表格 38"/>
          <p:cNvGraphicFramePr/>
          <p:nvPr>
            <p:custDataLst>
              <p:tags r:id="rId1"/>
            </p:custDataLst>
          </p:nvPr>
        </p:nvGraphicFramePr>
        <p:xfrm>
          <a:off x="1133475" y="1569720"/>
          <a:ext cx="9725025" cy="420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675"/>
                <a:gridCol w="3241675"/>
                <a:gridCol w="3241675"/>
              </a:tblGrid>
              <a:tr h="3727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被测模块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需求简述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测试用例数量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751205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默认出生点与 Transform 校验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有效默认点、NaN、负坐标、替换默认点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5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</a:tr>
              <a:tr h="750570">
                <a:tc>
                  <a:txBody>
                    <a:bodyPr/>
                    <a:p>
                      <a:pPr algn="ctr">
                        <a:lnSpc>
                          <a:spcPct val="23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检查点登记与重生点选择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登记、覆盖、清除、缩放、旋转、无效检查点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9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</a:tr>
              <a:tr h="751840">
                <a:tc>
                  <a:txBody>
                    <a:bodyPr/>
                    <a:p>
                      <a:pPr algn="ctr">
                        <a:lnSpc>
                          <a:spcPct val="22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死亡状态机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22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首次死亡、重复死亡、取消后再次死亡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22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5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</a:tr>
              <a:tr h="750570">
                <a:tc>
                  <a:txBody>
                    <a:bodyPr/>
                    <a:p>
                      <a:pPr algn="ctr">
                        <a:lnSpc>
                          <a:spcPct val="22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重生状态机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22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开始、完成、取消及非法状态迁移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22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10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</a:tr>
              <a:tr h="4152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死亡与检查点组合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死亡延迟期间更新检查点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1</a:t>
                      </a:r>
                      <a:endParaRPr sz="1400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</a:tr>
              <a:tr h="41465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 b="1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合计</a:t>
                      </a:r>
                      <a:endParaRPr sz="1400" b="1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endParaRPr sz="1400" b="1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400" b="1">
                          <a:solidFill>
                            <a:srgbClr val="1824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30</a:t>
                      </a:r>
                      <a:endParaRPr sz="1400" b="1">
                        <a:solidFill>
                          <a:srgbClr val="1824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266139" y="131925"/>
            <a:ext cx="3659722" cy="694690"/>
            <a:chOff x="1553269" y="1934343"/>
            <a:chExt cx="3659722" cy="694690"/>
          </a:xfrm>
        </p:grpSpPr>
        <p:sp>
          <p:nvSpPr>
            <p:cNvPr id="38" name="矩形: 圆角 37"/>
            <p:cNvSpPr/>
            <p:nvPr/>
          </p:nvSpPr>
          <p:spPr>
            <a:xfrm>
              <a:off x="1553269" y="1934343"/>
              <a:ext cx="3659722" cy="571572"/>
            </a:xfrm>
            <a:prstGeom prst="roundRect">
              <a:avLst>
                <a:gd name="adj" fmla="val 0"/>
              </a:avLst>
            </a:prstGeom>
            <a:solidFill>
              <a:srgbClr val="CAA2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53269" y="1934343"/>
              <a:ext cx="1018090" cy="571572"/>
            </a:xfrm>
            <a:custGeom>
              <a:avLst/>
              <a:gdLst>
                <a:gd name="csX0" fmla="*/ 0 w 1018090"/>
                <a:gd name="csY0" fmla="*/ 0 h 571572"/>
                <a:gd name="csX1" fmla="*/ 111874 w 1018090"/>
                <a:gd name="csY1" fmla="*/ 0 h 571572"/>
                <a:gd name="csX2" fmla="*/ 413946 w 1018090"/>
                <a:gd name="csY2" fmla="*/ 0 h 571572"/>
                <a:gd name="csX3" fmla="*/ 590645 w 1018090"/>
                <a:gd name="csY3" fmla="*/ 0 h 571572"/>
                <a:gd name="csX4" fmla="*/ 702519 w 1018090"/>
                <a:gd name="csY4" fmla="*/ 0 h 571572"/>
                <a:gd name="csX5" fmla="*/ 1004591 w 1018090"/>
                <a:gd name="csY5" fmla="*/ 0 h 571572"/>
                <a:gd name="csX6" fmla="*/ 1014908 w 1018090"/>
                <a:gd name="csY6" fmla="*/ 37507 h 571572"/>
                <a:gd name="csX7" fmla="*/ 1002739 w 1018090"/>
                <a:gd name="csY7" fmla="*/ 157956 h 571572"/>
                <a:gd name="csX8" fmla="*/ 790558 w 1018090"/>
                <a:gd name="csY8" fmla="*/ 518468 h 571572"/>
                <a:gd name="csX9" fmla="*/ 767459 w 1018090"/>
                <a:gd name="csY9" fmla="*/ 571572 h 571572"/>
                <a:gd name="csX10" fmla="*/ 465387 w 1018090"/>
                <a:gd name="csY10" fmla="*/ 571572 h 571572"/>
                <a:gd name="csX11" fmla="*/ 413946 w 1018090"/>
                <a:gd name="csY11" fmla="*/ 571572 h 571572"/>
                <a:gd name="csX12" fmla="*/ 353513 w 1018090"/>
                <a:gd name="csY12" fmla="*/ 571572 h 571572"/>
                <a:gd name="csX13" fmla="*/ 111874 w 1018090"/>
                <a:gd name="csY13" fmla="*/ 571572 h 571572"/>
                <a:gd name="csX14" fmla="*/ 0 w 1018090"/>
                <a:gd name="csY14" fmla="*/ 571572 h 571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8090" h="571572">
                  <a:moveTo>
                    <a:pt x="0" y="0"/>
                  </a:moveTo>
                  <a:lnTo>
                    <a:pt x="111874" y="0"/>
                  </a:lnTo>
                  <a:lnTo>
                    <a:pt x="413946" y="0"/>
                  </a:lnTo>
                  <a:lnTo>
                    <a:pt x="590645" y="0"/>
                  </a:lnTo>
                  <a:lnTo>
                    <a:pt x="702519" y="0"/>
                  </a:lnTo>
                  <a:lnTo>
                    <a:pt x="1004591" y="0"/>
                  </a:lnTo>
                  <a:lnTo>
                    <a:pt x="1014908" y="37507"/>
                  </a:lnTo>
                  <a:cubicBezTo>
                    <a:pt x="1021031" y="74655"/>
                    <a:pt x="1019011" y="115384"/>
                    <a:pt x="1002739" y="157956"/>
                  </a:cubicBezTo>
                  <a:cubicBezTo>
                    <a:pt x="953902" y="285673"/>
                    <a:pt x="847678" y="406671"/>
                    <a:pt x="790558" y="518468"/>
                  </a:cubicBezTo>
                  <a:lnTo>
                    <a:pt x="767459" y="571572"/>
                  </a:lnTo>
                  <a:lnTo>
                    <a:pt x="465387" y="571572"/>
                  </a:lnTo>
                  <a:lnTo>
                    <a:pt x="413946" y="571572"/>
                  </a:lnTo>
                  <a:lnTo>
                    <a:pt x="353513" y="571572"/>
                  </a:lnTo>
                  <a:lnTo>
                    <a:pt x="111874" y="571572"/>
                  </a:lnTo>
                  <a:lnTo>
                    <a:pt x="0" y="571572"/>
                  </a:lnTo>
                  <a:close/>
                </a:path>
              </a:pathLst>
            </a:custGeom>
            <a:solidFill>
              <a:srgbClr val="656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96285" y="1984630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03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659439" y="2045468"/>
              <a:ext cx="2354580" cy="583565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rPr>
                <a:t>自动化测试设计与实施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  <a:p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</p:grpSp>
      <p:sp>
        <p:nvSpPr>
          <p:cNvPr id="5" name="矩形 4"/>
          <p:cNvSpPr>
            <a:spLocks noGrp="1"/>
          </p:cNvSpPr>
          <p:nvPr/>
        </p:nvSpPr>
        <p:spPr>
          <a:xfrm>
            <a:off x="628650" y="500380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2325" b="1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14375" y="98996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一键脚本调用 UE Automation Test，并导出 HTML 与 JSON 报告</a:t>
            </a:r>
            <a:endParaRPr sz="1600" b="0">
              <a:solidFill>
                <a:srgbClr val="5D6A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4375" y="1652905"/>
            <a:ext cx="4900930" cy="392049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cmpd="sng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RunAllDeathRespawnTests.bat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↓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UnrealEditor-Cmd.exe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↓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Automation RunTest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ChallengeGame.DeathRespawn.RespawnState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↓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DR-01 ～ DR-30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↓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Saved/AutomationReports/DeathRespawn</a:t>
            </a:r>
            <a:endParaRPr sz="1575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3450" y="5701030"/>
            <a:ext cx="990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A73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00" b="1">
              <a:solidFill>
                <a:srgbClr val="2A73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9" name="ceb396d981760eed04ed81f9e647b6d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23915" y="1653540"/>
            <a:ext cx="5048885" cy="3919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266139" y="131925"/>
            <a:ext cx="3659722" cy="571572"/>
            <a:chOff x="1553269" y="1934343"/>
            <a:chExt cx="3659722" cy="571572"/>
          </a:xfrm>
        </p:grpSpPr>
        <p:sp>
          <p:nvSpPr>
            <p:cNvPr id="38" name="矩形: 圆角 37"/>
            <p:cNvSpPr/>
            <p:nvPr/>
          </p:nvSpPr>
          <p:spPr>
            <a:xfrm>
              <a:off x="1553269" y="1934343"/>
              <a:ext cx="3659722" cy="571572"/>
            </a:xfrm>
            <a:prstGeom prst="roundRect">
              <a:avLst>
                <a:gd name="adj" fmla="val 0"/>
              </a:avLst>
            </a:prstGeom>
            <a:solidFill>
              <a:srgbClr val="CAA2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53269" y="1934343"/>
              <a:ext cx="1018090" cy="571572"/>
            </a:xfrm>
            <a:custGeom>
              <a:avLst/>
              <a:gdLst>
                <a:gd name="csX0" fmla="*/ 0 w 1018090"/>
                <a:gd name="csY0" fmla="*/ 0 h 571572"/>
                <a:gd name="csX1" fmla="*/ 111874 w 1018090"/>
                <a:gd name="csY1" fmla="*/ 0 h 571572"/>
                <a:gd name="csX2" fmla="*/ 413946 w 1018090"/>
                <a:gd name="csY2" fmla="*/ 0 h 571572"/>
                <a:gd name="csX3" fmla="*/ 590645 w 1018090"/>
                <a:gd name="csY3" fmla="*/ 0 h 571572"/>
                <a:gd name="csX4" fmla="*/ 702519 w 1018090"/>
                <a:gd name="csY4" fmla="*/ 0 h 571572"/>
                <a:gd name="csX5" fmla="*/ 1004591 w 1018090"/>
                <a:gd name="csY5" fmla="*/ 0 h 571572"/>
                <a:gd name="csX6" fmla="*/ 1014908 w 1018090"/>
                <a:gd name="csY6" fmla="*/ 37507 h 571572"/>
                <a:gd name="csX7" fmla="*/ 1002739 w 1018090"/>
                <a:gd name="csY7" fmla="*/ 157956 h 571572"/>
                <a:gd name="csX8" fmla="*/ 790558 w 1018090"/>
                <a:gd name="csY8" fmla="*/ 518468 h 571572"/>
                <a:gd name="csX9" fmla="*/ 767459 w 1018090"/>
                <a:gd name="csY9" fmla="*/ 571572 h 571572"/>
                <a:gd name="csX10" fmla="*/ 465387 w 1018090"/>
                <a:gd name="csY10" fmla="*/ 571572 h 571572"/>
                <a:gd name="csX11" fmla="*/ 413946 w 1018090"/>
                <a:gd name="csY11" fmla="*/ 571572 h 571572"/>
                <a:gd name="csX12" fmla="*/ 353513 w 1018090"/>
                <a:gd name="csY12" fmla="*/ 571572 h 571572"/>
                <a:gd name="csX13" fmla="*/ 111874 w 1018090"/>
                <a:gd name="csY13" fmla="*/ 571572 h 571572"/>
                <a:gd name="csX14" fmla="*/ 0 w 1018090"/>
                <a:gd name="csY14" fmla="*/ 571572 h 571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8090" h="571572">
                  <a:moveTo>
                    <a:pt x="0" y="0"/>
                  </a:moveTo>
                  <a:lnTo>
                    <a:pt x="111874" y="0"/>
                  </a:lnTo>
                  <a:lnTo>
                    <a:pt x="413946" y="0"/>
                  </a:lnTo>
                  <a:lnTo>
                    <a:pt x="590645" y="0"/>
                  </a:lnTo>
                  <a:lnTo>
                    <a:pt x="702519" y="0"/>
                  </a:lnTo>
                  <a:lnTo>
                    <a:pt x="1004591" y="0"/>
                  </a:lnTo>
                  <a:lnTo>
                    <a:pt x="1014908" y="37507"/>
                  </a:lnTo>
                  <a:cubicBezTo>
                    <a:pt x="1021031" y="74655"/>
                    <a:pt x="1019011" y="115384"/>
                    <a:pt x="1002739" y="157956"/>
                  </a:cubicBezTo>
                  <a:cubicBezTo>
                    <a:pt x="953902" y="285673"/>
                    <a:pt x="847678" y="406671"/>
                    <a:pt x="790558" y="518468"/>
                  </a:cubicBezTo>
                  <a:lnTo>
                    <a:pt x="767459" y="571572"/>
                  </a:lnTo>
                  <a:lnTo>
                    <a:pt x="465387" y="571572"/>
                  </a:lnTo>
                  <a:lnTo>
                    <a:pt x="413946" y="571572"/>
                  </a:lnTo>
                  <a:lnTo>
                    <a:pt x="353513" y="571572"/>
                  </a:lnTo>
                  <a:lnTo>
                    <a:pt x="111874" y="571572"/>
                  </a:lnTo>
                  <a:lnTo>
                    <a:pt x="0" y="571572"/>
                  </a:lnTo>
                  <a:close/>
                </a:path>
              </a:pathLst>
            </a:custGeom>
            <a:solidFill>
              <a:srgbClr val="656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96285" y="1984630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04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795142" y="2020933"/>
              <a:ext cx="2080066" cy="36830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rPr>
                <a:t>测试结论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</p:grpSp>
      <p:sp>
        <p:nvSpPr>
          <p:cNvPr id="7" name="矩形 6"/>
          <p:cNvSpPr>
            <a:spLocks noGrp="1"/>
          </p:cNvSpPr>
          <p:nvPr/>
        </p:nvSpPr>
        <p:spPr>
          <a:xfrm>
            <a:off x="647700" y="137096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自动化报告显示 30 条案例全部执行完成</a:t>
            </a:r>
            <a:r>
              <a:rPr lang="zh-CN" sz="1800" b="0">
                <a:solidFill>
                  <a:srgbClr val="5D6A78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（本次选取二轮自动化测试</a:t>
            </a:r>
            <a:r>
              <a:rPr lang="zh-CN" sz="1800" b="0">
                <a:solidFill>
                  <a:srgbClr val="5D6A78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结果）</a:t>
            </a:r>
            <a:endParaRPr lang="zh-CN" sz="1800" b="0">
              <a:solidFill>
                <a:srgbClr val="5D6A78"/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28650" y="1766570"/>
            <a:ext cx="10934700" cy="0"/>
          </a:xfrm>
          <a:prstGeom prst="line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="666750" y="2166620"/>
          <a:ext cx="5095875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477000" y="2644140"/>
            <a:ext cx="1476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4950" b="1">
                <a:solidFill>
                  <a:srgbClr val="10233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950" b="1">
                <a:solidFill>
                  <a:srgbClr val="10233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</a:t>
            </a:r>
            <a:endParaRPr sz="4950" b="1">
              <a:solidFill>
                <a:srgbClr val="10233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340614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总用例</a:t>
            </a:r>
            <a:endParaRPr sz="1350" b="0">
              <a:solidFill>
                <a:srgbClr val="5D6A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77250" y="2644140"/>
            <a:ext cx="20955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900" b="1">
                <a:solidFill>
                  <a:srgbClr val="2B855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2B855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96.7%</a:t>
            </a:r>
            <a:endParaRPr sz="3900" b="1">
              <a:solidFill>
                <a:srgbClr val="2B855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34375" y="340614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通过率</a:t>
            </a:r>
            <a:endParaRPr sz="1350" b="0">
              <a:solidFill>
                <a:srgbClr val="5D6A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0" y="416814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E88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E88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0.343 秒</a:t>
            </a:r>
            <a:endParaRPr sz="2550" b="1">
              <a:solidFill>
                <a:srgbClr val="E88A2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0" y="4663440"/>
            <a:ext cx="3524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D6A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一次全量自动化执行耗时</a:t>
            </a:r>
            <a:endParaRPr sz="1275" b="0">
              <a:solidFill>
                <a:srgbClr val="5D6A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1018540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关键测试数据</a:t>
            </a:r>
            <a:endParaRPr sz="2325" b="1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266139" y="131925"/>
            <a:ext cx="3659722" cy="571572"/>
            <a:chOff x="1553269" y="1934343"/>
            <a:chExt cx="3659722" cy="571572"/>
          </a:xfrm>
        </p:grpSpPr>
        <p:sp>
          <p:nvSpPr>
            <p:cNvPr id="38" name="矩形: 圆角 37"/>
            <p:cNvSpPr/>
            <p:nvPr/>
          </p:nvSpPr>
          <p:spPr>
            <a:xfrm>
              <a:off x="1553269" y="1934343"/>
              <a:ext cx="3659722" cy="571572"/>
            </a:xfrm>
            <a:prstGeom prst="roundRect">
              <a:avLst>
                <a:gd name="adj" fmla="val 0"/>
              </a:avLst>
            </a:prstGeom>
            <a:solidFill>
              <a:srgbClr val="CAA2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53269" y="1934343"/>
              <a:ext cx="1018090" cy="571572"/>
            </a:xfrm>
            <a:custGeom>
              <a:avLst/>
              <a:gdLst>
                <a:gd name="csX0" fmla="*/ 0 w 1018090"/>
                <a:gd name="csY0" fmla="*/ 0 h 571572"/>
                <a:gd name="csX1" fmla="*/ 111874 w 1018090"/>
                <a:gd name="csY1" fmla="*/ 0 h 571572"/>
                <a:gd name="csX2" fmla="*/ 413946 w 1018090"/>
                <a:gd name="csY2" fmla="*/ 0 h 571572"/>
                <a:gd name="csX3" fmla="*/ 590645 w 1018090"/>
                <a:gd name="csY3" fmla="*/ 0 h 571572"/>
                <a:gd name="csX4" fmla="*/ 702519 w 1018090"/>
                <a:gd name="csY4" fmla="*/ 0 h 571572"/>
                <a:gd name="csX5" fmla="*/ 1004591 w 1018090"/>
                <a:gd name="csY5" fmla="*/ 0 h 571572"/>
                <a:gd name="csX6" fmla="*/ 1014908 w 1018090"/>
                <a:gd name="csY6" fmla="*/ 37507 h 571572"/>
                <a:gd name="csX7" fmla="*/ 1002739 w 1018090"/>
                <a:gd name="csY7" fmla="*/ 157956 h 571572"/>
                <a:gd name="csX8" fmla="*/ 790558 w 1018090"/>
                <a:gd name="csY8" fmla="*/ 518468 h 571572"/>
                <a:gd name="csX9" fmla="*/ 767459 w 1018090"/>
                <a:gd name="csY9" fmla="*/ 571572 h 571572"/>
                <a:gd name="csX10" fmla="*/ 465387 w 1018090"/>
                <a:gd name="csY10" fmla="*/ 571572 h 571572"/>
                <a:gd name="csX11" fmla="*/ 413946 w 1018090"/>
                <a:gd name="csY11" fmla="*/ 571572 h 571572"/>
                <a:gd name="csX12" fmla="*/ 353513 w 1018090"/>
                <a:gd name="csY12" fmla="*/ 571572 h 571572"/>
                <a:gd name="csX13" fmla="*/ 111874 w 1018090"/>
                <a:gd name="csY13" fmla="*/ 571572 h 571572"/>
                <a:gd name="csX14" fmla="*/ 0 w 1018090"/>
                <a:gd name="csY14" fmla="*/ 571572 h 571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8090" h="571572">
                  <a:moveTo>
                    <a:pt x="0" y="0"/>
                  </a:moveTo>
                  <a:lnTo>
                    <a:pt x="111874" y="0"/>
                  </a:lnTo>
                  <a:lnTo>
                    <a:pt x="413946" y="0"/>
                  </a:lnTo>
                  <a:lnTo>
                    <a:pt x="590645" y="0"/>
                  </a:lnTo>
                  <a:lnTo>
                    <a:pt x="702519" y="0"/>
                  </a:lnTo>
                  <a:lnTo>
                    <a:pt x="1004591" y="0"/>
                  </a:lnTo>
                  <a:lnTo>
                    <a:pt x="1014908" y="37507"/>
                  </a:lnTo>
                  <a:cubicBezTo>
                    <a:pt x="1021031" y="74655"/>
                    <a:pt x="1019011" y="115384"/>
                    <a:pt x="1002739" y="157956"/>
                  </a:cubicBezTo>
                  <a:cubicBezTo>
                    <a:pt x="953902" y="285673"/>
                    <a:pt x="847678" y="406671"/>
                    <a:pt x="790558" y="518468"/>
                  </a:cubicBezTo>
                  <a:lnTo>
                    <a:pt x="767459" y="571572"/>
                  </a:lnTo>
                  <a:lnTo>
                    <a:pt x="465387" y="571572"/>
                  </a:lnTo>
                  <a:lnTo>
                    <a:pt x="413946" y="571572"/>
                  </a:lnTo>
                  <a:lnTo>
                    <a:pt x="353513" y="571572"/>
                  </a:lnTo>
                  <a:lnTo>
                    <a:pt x="111874" y="571572"/>
                  </a:lnTo>
                  <a:lnTo>
                    <a:pt x="0" y="571572"/>
                  </a:lnTo>
                  <a:close/>
                </a:path>
              </a:pathLst>
            </a:custGeom>
            <a:solidFill>
              <a:srgbClr val="656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96285" y="1984630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04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795142" y="2020933"/>
              <a:ext cx="2080066" cy="36830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rPr>
                <a:t>测试结论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</p:grpSp>
      <p:sp>
        <p:nvSpPr>
          <p:cNvPr id="17" name="矩形 16"/>
          <p:cNvSpPr>
            <a:spLocks noGrp="1"/>
          </p:cNvSpPr>
          <p:nvPr/>
        </p:nvSpPr>
        <p:spPr>
          <a:xfrm>
            <a:off x="628650" y="1333500"/>
            <a:ext cx="1001204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>
                <a:sym typeface="+mn-ea"/>
              </a:rPr>
              <a:t>典型 Bug DEF-001</a:t>
            </a:r>
            <a:r>
              <a:rPr lang="en-US">
                <a:sym typeface="+mn-ea"/>
              </a:rPr>
              <a:t>     </a:t>
            </a:r>
            <a:r>
              <a:rPr b="0">
                <a:solidFill>
                  <a:srgbClr val="5D6A7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检查点缩放被继承，导致角色变形与相机距离异常</a:t>
            </a:r>
            <a:endParaRPr b="0">
              <a:solidFill>
                <a:srgbClr val="5D6A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2325" b="1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2325" b="1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41070" y="2691130"/>
            <a:ext cx="4762500" cy="1476375"/>
          </a:xfrm>
          <a:prstGeom prst="rect">
            <a:avLst/>
          </a:prstGeom>
          <a:solidFill>
            <a:srgbClr val="FFF3F3"/>
          </a:solidFill>
          <a:ln w="19050">
            <a:solidFill>
              <a:srgbClr val="C13A3A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C13A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800" b="1">
              <a:solidFill>
                <a:srgbClr val="C13A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800" b="1">
                <a:solidFill>
                  <a:srgbClr val="C13A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1">
                <a:solidFill>
                  <a:srgbClr val="C13A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DR-09 自动化失败</a:t>
            </a:r>
            <a:endParaRPr sz="1800" b="1">
              <a:solidFill>
                <a:srgbClr val="C13A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ctr">
              <a:defRPr sz="1800" b="1">
                <a:solidFill>
                  <a:srgbClr val="C13A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1">
                <a:solidFill>
                  <a:srgbClr val="C13A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Expected 'Unit scale' to be true</a:t>
            </a:r>
            <a:endParaRPr sz="1800" b="1">
              <a:solidFill>
                <a:srgbClr val="C13A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41070" y="4387850"/>
            <a:ext cx="45720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输入：缩放为 (1.5, 2.0, 0.5) 的检查点</a:t>
            </a:r>
            <a:endParaRPr sz="1800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预期：角色重生缩放固定为 (1, 1, 1)</a:t>
            </a:r>
            <a:endParaRPr sz="1800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75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实际：完整 Transform 被直接用于生成角色</a:t>
            </a:r>
            <a:endParaRPr sz="1800" b="0">
              <a:solidFill>
                <a:srgbClr val="1824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0445" y="5483225"/>
            <a:ext cx="9620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33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根因定位：检查点保存了完整 ActorTransform，重生时没有将 Scale3D 归一化。</a:t>
            </a:r>
            <a:endParaRPr sz="1650" b="1">
              <a:solidFill>
                <a:srgbClr val="10233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" name="图片 1" descr="微信图片_202609132132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760" y="1990090"/>
            <a:ext cx="5398135" cy="3255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4266139" y="131925"/>
            <a:ext cx="3659722" cy="571572"/>
            <a:chOff x="1553269" y="1934343"/>
            <a:chExt cx="3659722" cy="571572"/>
          </a:xfrm>
        </p:grpSpPr>
        <p:sp>
          <p:nvSpPr>
            <p:cNvPr id="38" name="矩形: 圆角 37"/>
            <p:cNvSpPr/>
            <p:nvPr/>
          </p:nvSpPr>
          <p:spPr>
            <a:xfrm>
              <a:off x="1553269" y="1934343"/>
              <a:ext cx="3659722" cy="571572"/>
            </a:xfrm>
            <a:prstGeom prst="roundRect">
              <a:avLst>
                <a:gd name="adj" fmla="val 0"/>
              </a:avLst>
            </a:prstGeom>
            <a:solidFill>
              <a:srgbClr val="CAA2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53269" y="1934343"/>
              <a:ext cx="1018090" cy="571572"/>
            </a:xfrm>
            <a:custGeom>
              <a:avLst/>
              <a:gdLst>
                <a:gd name="csX0" fmla="*/ 0 w 1018090"/>
                <a:gd name="csY0" fmla="*/ 0 h 571572"/>
                <a:gd name="csX1" fmla="*/ 111874 w 1018090"/>
                <a:gd name="csY1" fmla="*/ 0 h 571572"/>
                <a:gd name="csX2" fmla="*/ 413946 w 1018090"/>
                <a:gd name="csY2" fmla="*/ 0 h 571572"/>
                <a:gd name="csX3" fmla="*/ 590645 w 1018090"/>
                <a:gd name="csY3" fmla="*/ 0 h 571572"/>
                <a:gd name="csX4" fmla="*/ 702519 w 1018090"/>
                <a:gd name="csY4" fmla="*/ 0 h 571572"/>
                <a:gd name="csX5" fmla="*/ 1004591 w 1018090"/>
                <a:gd name="csY5" fmla="*/ 0 h 571572"/>
                <a:gd name="csX6" fmla="*/ 1014908 w 1018090"/>
                <a:gd name="csY6" fmla="*/ 37507 h 571572"/>
                <a:gd name="csX7" fmla="*/ 1002739 w 1018090"/>
                <a:gd name="csY7" fmla="*/ 157956 h 571572"/>
                <a:gd name="csX8" fmla="*/ 790558 w 1018090"/>
                <a:gd name="csY8" fmla="*/ 518468 h 571572"/>
                <a:gd name="csX9" fmla="*/ 767459 w 1018090"/>
                <a:gd name="csY9" fmla="*/ 571572 h 571572"/>
                <a:gd name="csX10" fmla="*/ 465387 w 1018090"/>
                <a:gd name="csY10" fmla="*/ 571572 h 571572"/>
                <a:gd name="csX11" fmla="*/ 413946 w 1018090"/>
                <a:gd name="csY11" fmla="*/ 571572 h 571572"/>
                <a:gd name="csX12" fmla="*/ 353513 w 1018090"/>
                <a:gd name="csY12" fmla="*/ 571572 h 571572"/>
                <a:gd name="csX13" fmla="*/ 111874 w 1018090"/>
                <a:gd name="csY13" fmla="*/ 571572 h 571572"/>
                <a:gd name="csX14" fmla="*/ 0 w 1018090"/>
                <a:gd name="csY14" fmla="*/ 571572 h 571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18090" h="571572">
                  <a:moveTo>
                    <a:pt x="0" y="0"/>
                  </a:moveTo>
                  <a:lnTo>
                    <a:pt x="111874" y="0"/>
                  </a:lnTo>
                  <a:lnTo>
                    <a:pt x="413946" y="0"/>
                  </a:lnTo>
                  <a:lnTo>
                    <a:pt x="590645" y="0"/>
                  </a:lnTo>
                  <a:lnTo>
                    <a:pt x="702519" y="0"/>
                  </a:lnTo>
                  <a:lnTo>
                    <a:pt x="1004591" y="0"/>
                  </a:lnTo>
                  <a:lnTo>
                    <a:pt x="1014908" y="37507"/>
                  </a:lnTo>
                  <a:cubicBezTo>
                    <a:pt x="1021031" y="74655"/>
                    <a:pt x="1019011" y="115384"/>
                    <a:pt x="1002739" y="157956"/>
                  </a:cubicBezTo>
                  <a:cubicBezTo>
                    <a:pt x="953902" y="285673"/>
                    <a:pt x="847678" y="406671"/>
                    <a:pt x="790558" y="518468"/>
                  </a:cubicBezTo>
                  <a:lnTo>
                    <a:pt x="767459" y="571572"/>
                  </a:lnTo>
                  <a:lnTo>
                    <a:pt x="465387" y="571572"/>
                  </a:lnTo>
                  <a:lnTo>
                    <a:pt x="413946" y="571572"/>
                  </a:lnTo>
                  <a:lnTo>
                    <a:pt x="353513" y="571572"/>
                  </a:lnTo>
                  <a:lnTo>
                    <a:pt x="111874" y="571572"/>
                  </a:lnTo>
                  <a:lnTo>
                    <a:pt x="0" y="571572"/>
                  </a:lnTo>
                  <a:close/>
                </a:path>
              </a:pathLst>
            </a:custGeom>
            <a:solidFill>
              <a:srgbClr val="656C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96285" y="1984630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04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795142" y="2020933"/>
              <a:ext cx="2080066" cy="36830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/>
                  <a:sym typeface="+mn-ea"/>
                </a:rPr>
                <a:t>测试结论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677545" y="1468755"/>
            <a:ext cx="3261360" cy="4257675"/>
          </a:xfrm>
          <a:prstGeom prst="rect">
            <a:avLst/>
          </a:prstGeom>
          <a:solidFill>
            <a:srgbClr val="DDE7EF"/>
          </a:solidFill>
          <a:ln w="4286" cap="flat">
            <a:solidFill>
              <a:srgbClr val="DDE7E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/>
          </a:p>
        </p:txBody>
      </p:sp>
      <p:sp>
        <p:nvSpPr>
          <p:cNvPr id="20" name="椭圆 19"/>
          <p:cNvSpPr/>
          <p:nvPr/>
        </p:nvSpPr>
        <p:spPr>
          <a:xfrm>
            <a:off x="1856740" y="1791335"/>
            <a:ext cx="791845" cy="774700"/>
          </a:xfrm>
          <a:prstGeom prst="ellipse">
            <a:avLst/>
          </a:prstGeom>
          <a:solidFill>
            <a:srgbClr val="CAA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23" name="椭圆 70" descr="D:\51PPT模板网\51pptmoban.com\图片.jpg"/>
          <p:cNvSpPr/>
          <p:nvPr/>
        </p:nvSpPr>
        <p:spPr>
          <a:xfrm>
            <a:off x="2045335" y="2025650"/>
            <a:ext cx="407035" cy="365760"/>
          </a:xfrm>
          <a:custGeom>
            <a:avLst/>
            <a:gdLst>
              <a:gd name="connsiteX0" fmla="*/ 117399 w 337212"/>
              <a:gd name="connsiteY0" fmla="*/ 192088 h 309563"/>
              <a:gd name="connsiteX1" fmla="*/ 130099 w 337212"/>
              <a:gd name="connsiteY1" fmla="*/ 196036 h 309563"/>
              <a:gd name="connsiteX2" fmla="*/ 130099 w 337212"/>
              <a:gd name="connsiteY2" fmla="*/ 278941 h 309563"/>
              <a:gd name="connsiteX3" fmla="*/ 117399 w 337212"/>
              <a:gd name="connsiteY3" fmla="*/ 292101 h 309563"/>
              <a:gd name="connsiteX4" fmla="*/ 176137 w 337212"/>
              <a:gd name="connsiteY4" fmla="*/ 187325 h 309563"/>
              <a:gd name="connsiteX5" fmla="*/ 187250 w 337212"/>
              <a:gd name="connsiteY5" fmla="*/ 191271 h 309563"/>
              <a:gd name="connsiteX6" fmla="*/ 187250 w 337212"/>
              <a:gd name="connsiteY6" fmla="*/ 267562 h 309563"/>
              <a:gd name="connsiteX7" fmla="*/ 176137 w 337212"/>
              <a:gd name="connsiteY7" fmla="*/ 279400 h 309563"/>
              <a:gd name="connsiteX8" fmla="*/ 176137 w 337212"/>
              <a:gd name="connsiteY8" fmla="*/ 187325 h 309563"/>
              <a:gd name="connsiteX9" fmla="*/ 231699 w 337212"/>
              <a:gd name="connsiteY9" fmla="*/ 180975 h 309563"/>
              <a:gd name="connsiteX10" fmla="*/ 239637 w 337212"/>
              <a:gd name="connsiteY10" fmla="*/ 184982 h 309563"/>
              <a:gd name="connsiteX11" fmla="*/ 239637 w 337212"/>
              <a:gd name="connsiteY11" fmla="*/ 254429 h 309563"/>
              <a:gd name="connsiteX12" fmla="*/ 231699 w 337212"/>
              <a:gd name="connsiteY12" fmla="*/ 265113 h 309563"/>
              <a:gd name="connsiteX13" fmla="*/ 277737 w 337212"/>
              <a:gd name="connsiteY13" fmla="*/ 177800 h 309563"/>
              <a:gd name="connsiteX14" fmla="*/ 287262 w 337212"/>
              <a:gd name="connsiteY14" fmla="*/ 180398 h 309563"/>
              <a:gd name="connsiteX15" fmla="*/ 287262 w 337212"/>
              <a:gd name="connsiteY15" fmla="*/ 238847 h 309563"/>
              <a:gd name="connsiteX16" fmla="*/ 277737 w 337212"/>
              <a:gd name="connsiteY16" fmla="*/ 249238 h 309563"/>
              <a:gd name="connsiteX17" fmla="*/ 280912 w 337212"/>
              <a:gd name="connsiteY17" fmla="*/ 92075 h 309563"/>
              <a:gd name="connsiteX18" fmla="*/ 307493 w 337212"/>
              <a:gd name="connsiteY18" fmla="*/ 92075 h 309563"/>
              <a:gd name="connsiteX19" fmla="*/ 315468 w 337212"/>
              <a:gd name="connsiteY19" fmla="*/ 97314 h 309563"/>
              <a:gd name="connsiteX20" fmla="*/ 336733 w 337212"/>
              <a:gd name="connsiteY20" fmla="*/ 158869 h 309563"/>
              <a:gd name="connsiteX21" fmla="*/ 331417 w 337212"/>
              <a:gd name="connsiteY21" fmla="*/ 169347 h 309563"/>
              <a:gd name="connsiteX22" fmla="*/ 320784 w 337212"/>
              <a:gd name="connsiteY22" fmla="*/ 164108 h 309563"/>
              <a:gd name="connsiteX23" fmla="*/ 314139 w 337212"/>
              <a:gd name="connsiteY23" fmla="*/ 145772 h 309563"/>
              <a:gd name="connsiteX24" fmla="*/ 314139 w 337212"/>
              <a:gd name="connsiteY24" fmla="*/ 238761 h 309563"/>
              <a:gd name="connsiteX25" fmla="*/ 304835 w 337212"/>
              <a:gd name="connsiteY25" fmla="*/ 249238 h 309563"/>
              <a:gd name="connsiteX26" fmla="*/ 294203 w 337212"/>
              <a:gd name="connsiteY26" fmla="*/ 238761 h 309563"/>
              <a:gd name="connsiteX27" fmla="*/ 294203 w 337212"/>
              <a:gd name="connsiteY27" fmla="*/ 179824 h 309563"/>
              <a:gd name="connsiteX28" fmla="*/ 288886 w 337212"/>
              <a:gd name="connsiteY28" fmla="*/ 179824 h 309563"/>
              <a:gd name="connsiteX29" fmla="*/ 294203 w 337212"/>
              <a:gd name="connsiteY29" fmla="*/ 178515 h 309563"/>
              <a:gd name="connsiteX30" fmla="*/ 304835 w 337212"/>
              <a:gd name="connsiteY30" fmla="*/ 157560 h 309563"/>
              <a:gd name="connsiteX31" fmla="*/ 280912 w 337212"/>
              <a:gd name="connsiteY31" fmla="*/ 92075 h 309563"/>
              <a:gd name="connsiteX32" fmla="*/ 231699 w 337212"/>
              <a:gd name="connsiteY32" fmla="*/ 82550 h 309563"/>
              <a:gd name="connsiteX33" fmla="*/ 243745 w 337212"/>
              <a:gd name="connsiteY33" fmla="*/ 82550 h 309563"/>
              <a:gd name="connsiteX34" fmla="*/ 262484 w 337212"/>
              <a:gd name="connsiteY34" fmla="*/ 82550 h 309563"/>
              <a:gd name="connsiteX35" fmla="*/ 273192 w 337212"/>
              <a:gd name="connsiteY35" fmla="*/ 89117 h 309563"/>
              <a:gd name="connsiteX36" fmla="*/ 297285 w 337212"/>
              <a:gd name="connsiteY36" fmla="*/ 160041 h 309563"/>
              <a:gd name="connsiteX37" fmla="*/ 291931 w 337212"/>
              <a:gd name="connsiteY37" fmla="*/ 171861 h 309563"/>
              <a:gd name="connsiteX38" fmla="*/ 279885 w 337212"/>
              <a:gd name="connsiteY38" fmla="*/ 166608 h 309563"/>
              <a:gd name="connsiteX39" fmla="*/ 271854 w 337212"/>
              <a:gd name="connsiteY39" fmla="*/ 144280 h 309563"/>
              <a:gd name="connsiteX40" fmla="*/ 271854 w 337212"/>
              <a:gd name="connsiteY40" fmla="*/ 253292 h 309563"/>
              <a:gd name="connsiteX41" fmla="*/ 259807 w 337212"/>
              <a:gd name="connsiteY41" fmla="*/ 265113 h 309563"/>
              <a:gd name="connsiteX42" fmla="*/ 247761 w 337212"/>
              <a:gd name="connsiteY42" fmla="*/ 253292 h 309563"/>
              <a:gd name="connsiteX43" fmla="*/ 247761 w 337212"/>
              <a:gd name="connsiteY43" fmla="*/ 183682 h 309563"/>
              <a:gd name="connsiteX44" fmla="*/ 258469 w 337212"/>
              <a:gd name="connsiteY44" fmla="*/ 160041 h 309563"/>
              <a:gd name="connsiteX45" fmla="*/ 231699 w 337212"/>
              <a:gd name="connsiteY45" fmla="*/ 82550 h 309563"/>
              <a:gd name="connsiteX46" fmla="*/ 177724 w 337212"/>
              <a:gd name="connsiteY46" fmla="*/ 77788 h 309563"/>
              <a:gd name="connsiteX47" fmla="*/ 214510 w 337212"/>
              <a:gd name="connsiteY47" fmla="*/ 77788 h 309563"/>
              <a:gd name="connsiteX48" fmla="*/ 225021 w 337212"/>
              <a:gd name="connsiteY48" fmla="*/ 85643 h 309563"/>
              <a:gd name="connsiteX49" fmla="*/ 252610 w 337212"/>
              <a:gd name="connsiteY49" fmla="*/ 162884 h 309563"/>
              <a:gd name="connsiteX50" fmla="*/ 246041 w 337212"/>
              <a:gd name="connsiteY50" fmla="*/ 175976 h 309563"/>
              <a:gd name="connsiteX51" fmla="*/ 231590 w 337212"/>
              <a:gd name="connsiteY51" fmla="*/ 169430 h 309563"/>
              <a:gd name="connsiteX52" fmla="*/ 223707 w 337212"/>
              <a:gd name="connsiteY52" fmla="*/ 145865 h 309563"/>
              <a:gd name="connsiteX53" fmla="*/ 223707 w 337212"/>
              <a:gd name="connsiteY53" fmla="*/ 266309 h 309563"/>
              <a:gd name="connsiteX54" fmla="*/ 210569 w 337212"/>
              <a:gd name="connsiteY54" fmla="*/ 279401 h 309563"/>
              <a:gd name="connsiteX55" fmla="*/ 198745 w 337212"/>
              <a:gd name="connsiteY55" fmla="*/ 266309 h 309563"/>
              <a:gd name="connsiteX56" fmla="*/ 198745 w 337212"/>
              <a:gd name="connsiteY56" fmla="*/ 189068 h 309563"/>
              <a:gd name="connsiteX57" fmla="*/ 197759 w 337212"/>
              <a:gd name="connsiteY57" fmla="*/ 189068 h 309563"/>
              <a:gd name="connsiteX58" fmla="*/ 194803 w 337212"/>
              <a:gd name="connsiteY58" fmla="*/ 189068 h 309563"/>
              <a:gd name="connsiteX59" fmla="*/ 206628 w 337212"/>
              <a:gd name="connsiteY59" fmla="*/ 178595 h 309563"/>
              <a:gd name="connsiteX60" fmla="*/ 206628 w 337212"/>
              <a:gd name="connsiteY60" fmla="*/ 162884 h 309563"/>
              <a:gd name="connsiteX61" fmla="*/ 177724 w 337212"/>
              <a:gd name="connsiteY61" fmla="*/ 79097 h 309563"/>
              <a:gd name="connsiteX62" fmla="*/ 177724 w 337212"/>
              <a:gd name="connsiteY62" fmla="*/ 77788 h 309563"/>
              <a:gd name="connsiteX63" fmla="*/ 120574 w 337212"/>
              <a:gd name="connsiteY63" fmla="*/ 73025 h 309563"/>
              <a:gd name="connsiteX64" fmla="*/ 157008 w 337212"/>
              <a:gd name="connsiteY64" fmla="*/ 73025 h 309563"/>
              <a:gd name="connsiteX65" fmla="*/ 168720 w 337212"/>
              <a:gd name="connsiteY65" fmla="*/ 80953 h 309563"/>
              <a:gd name="connsiteX66" fmla="*/ 197347 w 337212"/>
              <a:gd name="connsiteY66" fmla="*/ 166840 h 309563"/>
              <a:gd name="connsiteX67" fmla="*/ 190840 w 337212"/>
              <a:gd name="connsiteY67" fmla="*/ 181375 h 309563"/>
              <a:gd name="connsiteX68" fmla="*/ 176527 w 337212"/>
              <a:gd name="connsiteY68" fmla="*/ 173447 h 309563"/>
              <a:gd name="connsiteX69" fmla="*/ 167418 w 337212"/>
              <a:gd name="connsiteY69" fmla="*/ 148341 h 309563"/>
              <a:gd name="connsiteX70" fmla="*/ 167418 w 337212"/>
              <a:gd name="connsiteY70" fmla="*/ 279153 h 309563"/>
              <a:gd name="connsiteX71" fmla="*/ 153105 w 337212"/>
              <a:gd name="connsiteY71" fmla="*/ 293688 h 309563"/>
              <a:gd name="connsiteX72" fmla="*/ 140093 w 337212"/>
              <a:gd name="connsiteY72" fmla="*/ 279153 h 309563"/>
              <a:gd name="connsiteX73" fmla="*/ 140093 w 337212"/>
              <a:gd name="connsiteY73" fmla="*/ 195909 h 309563"/>
              <a:gd name="connsiteX74" fmla="*/ 133586 w 337212"/>
              <a:gd name="connsiteY74" fmla="*/ 195909 h 309563"/>
              <a:gd name="connsiteX75" fmla="*/ 138791 w 337212"/>
              <a:gd name="connsiteY75" fmla="*/ 194588 h 309563"/>
              <a:gd name="connsiteX76" fmla="*/ 151804 w 337212"/>
              <a:gd name="connsiteY76" fmla="*/ 166840 h 309563"/>
              <a:gd name="connsiteX77" fmla="*/ 120574 w 337212"/>
              <a:gd name="connsiteY77" fmla="*/ 73025 h 309563"/>
              <a:gd name="connsiteX78" fmla="*/ 46220 w 337212"/>
              <a:gd name="connsiteY78" fmla="*/ 66675 h 309563"/>
              <a:gd name="connsiteX79" fmla="*/ 72821 w 337212"/>
              <a:gd name="connsiteY79" fmla="*/ 66675 h 309563"/>
              <a:gd name="connsiteX80" fmla="*/ 98092 w 337212"/>
              <a:gd name="connsiteY80" fmla="*/ 66675 h 309563"/>
              <a:gd name="connsiteX81" fmla="*/ 111393 w 337212"/>
              <a:gd name="connsiteY81" fmla="*/ 74595 h 309563"/>
              <a:gd name="connsiteX82" fmla="*/ 143315 w 337212"/>
              <a:gd name="connsiteY82" fmla="*/ 169638 h 309563"/>
              <a:gd name="connsiteX83" fmla="*/ 135334 w 337212"/>
              <a:gd name="connsiteY83" fmla="*/ 185479 h 309563"/>
              <a:gd name="connsiteX84" fmla="*/ 119374 w 337212"/>
              <a:gd name="connsiteY84" fmla="*/ 177559 h 309563"/>
              <a:gd name="connsiteX85" fmla="*/ 108733 w 337212"/>
              <a:gd name="connsiteY85" fmla="*/ 148518 h 309563"/>
              <a:gd name="connsiteX86" fmla="*/ 108733 w 337212"/>
              <a:gd name="connsiteY86" fmla="*/ 295043 h 309563"/>
              <a:gd name="connsiteX87" fmla="*/ 94102 w 337212"/>
              <a:gd name="connsiteY87" fmla="*/ 309563 h 309563"/>
              <a:gd name="connsiteX88" fmla="*/ 78141 w 337212"/>
              <a:gd name="connsiteY88" fmla="*/ 295043 h 309563"/>
              <a:gd name="connsiteX89" fmla="*/ 78141 w 337212"/>
              <a:gd name="connsiteY89" fmla="*/ 202640 h 309563"/>
              <a:gd name="connsiteX90" fmla="*/ 66171 w 337212"/>
              <a:gd name="connsiteY90" fmla="*/ 202640 h 309563"/>
              <a:gd name="connsiteX91" fmla="*/ 66171 w 337212"/>
              <a:gd name="connsiteY91" fmla="*/ 295043 h 309563"/>
              <a:gd name="connsiteX92" fmla="*/ 50210 w 337212"/>
              <a:gd name="connsiteY92" fmla="*/ 309563 h 309563"/>
              <a:gd name="connsiteX93" fmla="*/ 35579 w 337212"/>
              <a:gd name="connsiteY93" fmla="*/ 295043 h 309563"/>
              <a:gd name="connsiteX94" fmla="*/ 35579 w 337212"/>
              <a:gd name="connsiteY94" fmla="*/ 148518 h 309563"/>
              <a:gd name="connsiteX95" fmla="*/ 24938 w 337212"/>
              <a:gd name="connsiteY95" fmla="*/ 177559 h 309563"/>
              <a:gd name="connsiteX96" fmla="*/ 8978 w 337212"/>
              <a:gd name="connsiteY96" fmla="*/ 185479 h 309563"/>
              <a:gd name="connsiteX97" fmla="*/ 997 w 337212"/>
              <a:gd name="connsiteY97" fmla="*/ 169638 h 309563"/>
              <a:gd name="connsiteX98" fmla="*/ 32919 w 337212"/>
              <a:gd name="connsiteY98" fmla="*/ 74595 h 309563"/>
              <a:gd name="connsiteX99" fmla="*/ 46220 w 337212"/>
              <a:gd name="connsiteY99" fmla="*/ 66675 h 309563"/>
              <a:gd name="connsiteX100" fmla="*/ 289643 w 337212"/>
              <a:gd name="connsiteY100" fmla="*/ 49213 h 309563"/>
              <a:gd name="connsiteX101" fmla="*/ 309487 w 337212"/>
              <a:gd name="connsiteY101" fmla="*/ 68263 h 309563"/>
              <a:gd name="connsiteX102" fmla="*/ 289643 w 337212"/>
              <a:gd name="connsiteY102" fmla="*/ 87313 h 309563"/>
              <a:gd name="connsiteX103" fmla="*/ 269799 w 337212"/>
              <a:gd name="connsiteY103" fmla="*/ 68263 h 309563"/>
              <a:gd name="connsiteX104" fmla="*/ 271122 w 337212"/>
              <a:gd name="connsiteY104" fmla="*/ 68263 h 309563"/>
              <a:gd name="connsiteX105" fmla="*/ 272445 w 337212"/>
              <a:gd name="connsiteY105" fmla="*/ 59373 h 309563"/>
              <a:gd name="connsiteX106" fmla="*/ 289643 w 337212"/>
              <a:gd name="connsiteY106" fmla="*/ 49213 h 309563"/>
              <a:gd name="connsiteX107" fmla="*/ 244544 w 337212"/>
              <a:gd name="connsiteY107" fmla="*/ 33338 h 309563"/>
              <a:gd name="connsiteX108" fmla="*/ 266625 w 337212"/>
              <a:gd name="connsiteY108" fmla="*/ 55699 h 309563"/>
              <a:gd name="connsiteX109" fmla="*/ 244544 w 337212"/>
              <a:gd name="connsiteY109" fmla="*/ 79376 h 309563"/>
              <a:gd name="connsiteX110" fmla="*/ 223762 w 337212"/>
              <a:gd name="connsiteY110" fmla="*/ 63592 h 309563"/>
              <a:gd name="connsiteX111" fmla="*/ 226360 w 337212"/>
              <a:gd name="connsiteY111" fmla="*/ 49123 h 309563"/>
              <a:gd name="connsiteX112" fmla="*/ 226360 w 337212"/>
              <a:gd name="connsiteY112" fmla="*/ 43861 h 309563"/>
              <a:gd name="connsiteX113" fmla="*/ 244544 w 337212"/>
              <a:gd name="connsiteY113" fmla="*/ 33338 h 309563"/>
              <a:gd name="connsiteX114" fmla="*/ 192806 w 337212"/>
              <a:gd name="connsiteY114" fmla="*/ 23813 h 309563"/>
              <a:gd name="connsiteX115" fmla="*/ 217412 w 337212"/>
              <a:gd name="connsiteY115" fmla="*/ 48420 h 309563"/>
              <a:gd name="connsiteX116" fmla="*/ 192806 w 337212"/>
              <a:gd name="connsiteY116" fmla="*/ 73026 h 309563"/>
              <a:gd name="connsiteX117" fmla="*/ 168199 w 337212"/>
              <a:gd name="connsiteY117" fmla="*/ 51010 h 309563"/>
              <a:gd name="connsiteX118" fmla="*/ 170789 w 337212"/>
              <a:gd name="connsiteY118" fmla="*/ 39354 h 309563"/>
              <a:gd name="connsiteX119" fmla="*/ 170789 w 337212"/>
              <a:gd name="connsiteY119" fmla="*/ 38059 h 309563"/>
              <a:gd name="connsiteX120" fmla="*/ 192806 w 337212"/>
              <a:gd name="connsiteY120" fmla="*/ 23813 h 309563"/>
              <a:gd name="connsiteX121" fmla="*/ 133275 w 337212"/>
              <a:gd name="connsiteY121" fmla="*/ 12700 h 309563"/>
              <a:gd name="connsiteX122" fmla="*/ 160262 w 337212"/>
              <a:gd name="connsiteY122" fmla="*/ 39029 h 309563"/>
              <a:gd name="connsiteX123" fmla="*/ 133275 w 337212"/>
              <a:gd name="connsiteY123" fmla="*/ 66675 h 309563"/>
              <a:gd name="connsiteX124" fmla="*/ 106287 w 337212"/>
              <a:gd name="connsiteY124" fmla="*/ 48245 h 309563"/>
              <a:gd name="connsiteX125" fmla="*/ 111685 w 337212"/>
              <a:gd name="connsiteY125" fmla="*/ 29814 h 309563"/>
              <a:gd name="connsiteX126" fmla="*/ 110335 w 337212"/>
              <a:gd name="connsiteY126" fmla="*/ 23232 h 309563"/>
              <a:gd name="connsiteX127" fmla="*/ 133275 w 337212"/>
              <a:gd name="connsiteY127" fmla="*/ 12700 h 309563"/>
              <a:gd name="connsiteX128" fmla="*/ 72809 w 337212"/>
              <a:gd name="connsiteY128" fmla="*/ 0 h 309563"/>
              <a:gd name="connsiteX129" fmla="*/ 101525 w 337212"/>
              <a:gd name="connsiteY129" fmla="*/ 30163 h 309563"/>
              <a:gd name="connsiteX130" fmla="*/ 72809 w 337212"/>
              <a:gd name="connsiteY130" fmla="*/ 60325 h 309563"/>
              <a:gd name="connsiteX131" fmla="*/ 42787 w 337212"/>
              <a:gd name="connsiteY131" fmla="*/ 30163 h 309563"/>
              <a:gd name="connsiteX132" fmla="*/ 72809 w 337212"/>
              <a:gd name="connsiteY132" fmla="*/ 0 h 30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337212" h="309563">
                <a:moveTo>
                  <a:pt x="117399" y="192088"/>
                </a:moveTo>
                <a:cubicBezTo>
                  <a:pt x="121632" y="194720"/>
                  <a:pt x="125866" y="196036"/>
                  <a:pt x="130099" y="196036"/>
                </a:cubicBezTo>
                <a:cubicBezTo>
                  <a:pt x="130099" y="196036"/>
                  <a:pt x="130099" y="196036"/>
                  <a:pt x="130099" y="278941"/>
                </a:cubicBezTo>
                <a:cubicBezTo>
                  <a:pt x="130099" y="285521"/>
                  <a:pt x="124455" y="290785"/>
                  <a:pt x="117399" y="292101"/>
                </a:cubicBezTo>
                <a:close/>
                <a:moveTo>
                  <a:pt x="176137" y="187325"/>
                </a:moveTo>
                <a:cubicBezTo>
                  <a:pt x="179841" y="189956"/>
                  <a:pt x="183546" y="191271"/>
                  <a:pt x="187250" y="191271"/>
                </a:cubicBezTo>
                <a:cubicBezTo>
                  <a:pt x="187250" y="191271"/>
                  <a:pt x="187250" y="191271"/>
                  <a:pt x="187250" y="267562"/>
                </a:cubicBezTo>
                <a:cubicBezTo>
                  <a:pt x="187250" y="274139"/>
                  <a:pt x="182311" y="279400"/>
                  <a:pt x="176137" y="279400"/>
                </a:cubicBezTo>
                <a:cubicBezTo>
                  <a:pt x="176137" y="279400"/>
                  <a:pt x="176137" y="279400"/>
                  <a:pt x="176137" y="187325"/>
                </a:cubicBezTo>
                <a:close/>
                <a:moveTo>
                  <a:pt x="231699" y="180975"/>
                </a:moveTo>
                <a:cubicBezTo>
                  <a:pt x="233967" y="183646"/>
                  <a:pt x="236235" y="183646"/>
                  <a:pt x="239637" y="184982"/>
                </a:cubicBezTo>
                <a:cubicBezTo>
                  <a:pt x="239637" y="184982"/>
                  <a:pt x="239637" y="184982"/>
                  <a:pt x="239637" y="254429"/>
                </a:cubicBezTo>
                <a:cubicBezTo>
                  <a:pt x="239637" y="259771"/>
                  <a:pt x="236235" y="263778"/>
                  <a:pt x="231699" y="265113"/>
                </a:cubicBezTo>
                <a:close/>
                <a:moveTo>
                  <a:pt x="277737" y="177800"/>
                </a:moveTo>
                <a:cubicBezTo>
                  <a:pt x="280458" y="179099"/>
                  <a:pt x="283180" y="180398"/>
                  <a:pt x="287262" y="180398"/>
                </a:cubicBezTo>
                <a:cubicBezTo>
                  <a:pt x="287262" y="180398"/>
                  <a:pt x="287262" y="180398"/>
                  <a:pt x="287262" y="238847"/>
                </a:cubicBezTo>
                <a:cubicBezTo>
                  <a:pt x="287262" y="244043"/>
                  <a:pt x="283180" y="247939"/>
                  <a:pt x="277737" y="249238"/>
                </a:cubicBezTo>
                <a:close/>
                <a:moveTo>
                  <a:pt x="280912" y="92075"/>
                </a:moveTo>
                <a:cubicBezTo>
                  <a:pt x="282241" y="92075"/>
                  <a:pt x="306164" y="92075"/>
                  <a:pt x="307493" y="92075"/>
                </a:cubicBezTo>
                <a:cubicBezTo>
                  <a:pt x="311481" y="92075"/>
                  <a:pt x="314139" y="94694"/>
                  <a:pt x="315468" y="97314"/>
                </a:cubicBezTo>
                <a:cubicBezTo>
                  <a:pt x="315468" y="97314"/>
                  <a:pt x="315468" y="97314"/>
                  <a:pt x="336733" y="158869"/>
                </a:cubicBezTo>
                <a:cubicBezTo>
                  <a:pt x="338062" y="162798"/>
                  <a:pt x="336733" y="168037"/>
                  <a:pt x="331417" y="169347"/>
                </a:cubicBezTo>
                <a:cubicBezTo>
                  <a:pt x="327430" y="170657"/>
                  <a:pt x="322113" y="168037"/>
                  <a:pt x="320784" y="164108"/>
                </a:cubicBezTo>
                <a:cubicBezTo>
                  <a:pt x="320784" y="164108"/>
                  <a:pt x="320784" y="164108"/>
                  <a:pt x="314139" y="145772"/>
                </a:cubicBezTo>
                <a:cubicBezTo>
                  <a:pt x="314139" y="145772"/>
                  <a:pt x="314139" y="145772"/>
                  <a:pt x="314139" y="238761"/>
                </a:cubicBezTo>
                <a:cubicBezTo>
                  <a:pt x="314139" y="243999"/>
                  <a:pt x="310152" y="249238"/>
                  <a:pt x="304835" y="249238"/>
                </a:cubicBezTo>
                <a:cubicBezTo>
                  <a:pt x="299519" y="249238"/>
                  <a:pt x="294203" y="243999"/>
                  <a:pt x="294203" y="238761"/>
                </a:cubicBezTo>
                <a:cubicBezTo>
                  <a:pt x="294203" y="238761"/>
                  <a:pt x="294203" y="238761"/>
                  <a:pt x="294203" y="179824"/>
                </a:cubicBezTo>
                <a:cubicBezTo>
                  <a:pt x="294203" y="179824"/>
                  <a:pt x="294203" y="179824"/>
                  <a:pt x="288886" y="179824"/>
                </a:cubicBezTo>
                <a:cubicBezTo>
                  <a:pt x="291545" y="179824"/>
                  <a:pt x="292874" y="179824"/>
                  <a:pt x="294203" y="178515"/>
                </a:cubicBezTo>
                <a:cubicBezTo>
                  <a:pt x="302177" y="175895"/>
                  <a:pt x="307493" y="166727"/>
                  <a:pt x="304835" y="157560"/>
                </a:cubicBezTo>
                <a:cubicBezTo>
                  <a:pt x="304835" y="157560"/>
                  <a:pt x="304835" y="157560"/>
                  <a:pt x="280912" y="92075"/>
                </a:cubicBezTo>
                <a:close/>
                <a:moveTo>
                  <a:pt x="231699" y="82550"/>
                </a:moveTo>
                <a:cubicBezTo>
                  <a:pt x="235715" y="82550"/>
                  <a:pt x="239730" y="82550"/>
                  <a:pt x="243745" y="82550"/>
                </a:cubicBezTo>
                <a:cubicBezTo>
                  <a:pt x="253115" y="82550"/>
                  <a:pt x="262484" y="82550"/>
                  <a:pt x="262484" y="82550"/>
                </a:cubicBezTo>
                <a:cubicBezTo>
                  <a:pt x="267838" y="82550"/>
                  <a:pt x="271854" y="85177"/>
                  <a:pt x="273192" y="89117"/>
                </a:cubicBezTo>
                <a:cubicBezTo>
                  <a:pt x="273192" y="89117"/>
                  <a:pt x="273192" y="89117"/>
                  <a:pt x="297285" y="160041"/>
                </a:cubicBezTo>
                <a:cubicBezTo>
                  <a:pt x="299962" y="165294"/>
                  <a:pt x="297285" y="170548"/>
                  <a:pt x="291931" y="171861"/>
                </a:cubicBezTo>
                <a:cubicBezTo>
                  <a:pt x="286577" y="174488"/>
                  <a:pt x="281223" y="170548"/>
                  <a:pt x="279885" y="166608"/>
                </a:cubicBezTo>
                <a:cubicBezTo>
                  <a:pt x="279885" y="166608"/>
                  <a:pt x="279885" y="166608"/>
                  <a:pt x="271854" y="144280"/>
                </a:cubicBezTo>
                <a:cubicBezTo>
                  <a:pt x="271854" y="144280"/>
                  <a:pt x="271854" y="144280"/>
                  <a:pt x="271854" y="253292"/>
                </a:cubicBezTo>
                <a:cubicBezTo>
                  <a:pt x="271854" y="259859"/>
                  <a:pt x="266500" y="265113"/>
                  <a:pt x="259807" y="265113"/>
                </a:cubicBezTo>
                <a:cubicBezTo>
                  <a:pt x="253115" y="265113"/>
                  <a:pt x="247761" y="259859"/>
                  <a:pt x="247761" y="253292"/>
                </a:cubicBezTo>
                <a:cubicBezTo>
                  <a:pt x="247761" y="253292"/>
                  <a:pt x="247761" y="253292"/>
                  <a:pt x="247761" y="183682"/>
                </a:cubicBezTo>
                <a:cubicBezTo>
                  <a:pt x="257130" y="179742"/>
                  <a:pt x="262484" y="169235"/>
                  <a:pt x="258469" y="160041"/>
                </a:cubicBezTo>
                <a:cubicBezTo>
                  <a:pt x="258469" y="160041"/>
                  <a:pt x="258469" y="160041"/>
                  <a:pt x="231699" y="82550"/>
                </a:cubicBezTo>
                <a:close/>
                <a:moveTo>
                  <a:pt x="177724" y="77788"/>
                </a:moveTo>
                <a:cubicBezTo>
                  <a:pt x="177724" y="77788"/>
                  <a:pt x="213196" y="77788"/>
                  <a:pt x="214510" y="77788"/>
                </a:cubicBezTo>
                <a:cubicBezTo>
                  <a:pt x="219765" y="77788"/>
                  <a:pt x="223707" y="80406"/>
                  <a:pt x="225021" y="85643"/>
                </a:cubicBezTo>
                <a:cubicBezTo>
                  <a:pt x="225021" y="85643"/>
                  <a:pt x="225021" y="85643"/>
                  <a:pt x="252610" y="162884"/>
                </a:cubicBezTo>
                <a:cubicBezTo>
                  <a:pt x="253924" y="168121"/>
                  <a:pt x="251296" y="174667"/>
                  <a:pt x="246041" y="175976"/>
                </a:cubicBezTo>
                <a:cubicBezTo>
                  <a:pt x="239472" y="178595"/>
                  <a:pt x="234217" y="175976"/>
                  <a:pt x="231590" y="169430"/>
                </a:cubicBezTo>
                <a:cubicBezTo>
                  <a:pt x="231590" y="169430"/>
                  <a:pt x="231590" y="169430"/>
                  <a:pt x="223707" y="145865"/>
                </a:cubicBezTo>
                <a:cubicBezTo>
                  <a:pt x="223707" y="145865"/>
                  <a:pt x="223707" y="145865"/>
                  <a:pt x="223707" y="266309"/>
                </a:cubicBezTo>
                <a:cubicBezTo>
                  <a:pt x="223707" y="272855"/>
                  <a:pt x="218452" y="279401"/>
                  <a:pt x="210569" y="279401"/>
                </a:cubicBezTo>
                <a:cubicBezTo>
                  <a:pt x="204000" y="279401"/>
                  <a:pt x="198745" y="272855"/>
                  <a:pt x="198745" y="266309"/>
                </a:cubicBezTo>
                <a:cubicBezTo>
                  <a:pt x="198745" y="266309"/>
                  <a:pt x="198745" y="266309"/>
                  <a:pt x="198745" y="189068"/>
                </a:cubicBezTo>
                <a:cubicBezTo>
                  <a:pt x="198745" y="189068"/>
                  <a:pt x="198745" y="189068"/>
                  <a:pt x="197759" y="189068"/>
                </a:cubicBezTo>
                <a:lnTo>
                  <a:pt x="194803" y="189068"/>
                </a:lnTo>
                <a:cubicBezTo>
                  <a:pt x="200059" y="187759"/>
                  <a:pt x="204000" y="183831"/>
                  <a:pt x="206628" y="178595"/>
                </a:cubicBezTo>
                <a:cubicBezTo>
                  <a:pt x="209255" y="173358"/>
                  <a:pt x="209255" y="168121"/>
                  <a:pt x="206628" y="162884"/>
                </a:cubicBezTo>
                <a:cubicBezTo>
                  <a:pt x="206628" y="162884"/>
                  <a:pt x="206628" y="162884"/>
                  <a:pt x="177724" y="79097"/>
                </a:cubicBezTo>
                <a:cubicBezTo>
                  <a:pt x="177724" y="79097"/>
                  <a:pt x="177724" y="77788"/>
                  <a:pt x="177724" y="77788"/>
                </a:cubicBezTo>
                <a:close/>
                <a:moveTo>
                  <a:pt x="120574" y="73025"/>
                </a:moveTo>
                <a:cubicBezTo>
                  <a:pt x="120574" y="73025"/>
                  <a:pt x="157008" y="73025"/>
                  <a:pt x="157008" y="73025"/>
                </a:cubicBezTo>
                <a:cubicBezTo>
                  <a:pt x="162213" y="73025"/>
                  <a:pt x="167418" y="75668"/>
                  <a:pt x="168720" y="80953"/>
                </a:cubicBezTo>
                <a:cubicBezTo>
                  <a:pt x="168720" y="80953"/>
                  <a:pt x="168720" y="80953"/>
                  <a:pt x="197347" y="166840"/>
                </a:cubicBezTo>
                <a:cubicBezTo>
                  <a:pt x="199949" y="172125"/>
                  <a:pt x="197347" y="178732"/>
                  <a:pt x="190840" y="181375"/>
                </a:cubicBezTo>
                <a:cubicBezTo>
                  <a:pt x="184334" y="184017"/>
                  <a:pt x="177828" y="180053"/>
                  <a:pt x="176527" y="173447"/>
                </a:cubicBezTo>
                <a:lnTo>
                  <a:pt x="167418" y="148341"/>
                </a:lnTo>
                <a:cubicBezTo>
                  <a:pt x="167418" y="148341"/>
                  <a:pt x="167418" y="148341"/>
                  <a:pt x="167418" y="279153"/>
                </a:cubicBezTo>
                <a:cubicBezTo>
                  <a:pt x="167418" y="287081"/>
                  <a:pt x="160912" y="293688"/>
                  <a:pt x="153105" y="293688"/>
                </a:cubicBezTo>
                <a:cubicBezTo>
                  <a:pt x="145297" y="293688"/>
                  <a:pt x="140093" y="287081"/>
                  <a:pt x="140093" y="279153"/>
                </a:cubicBezTo>
                <a:cubicBezTo>
                  <a:pt x="140093" y="279153"/>
                  <a:pt x="140093" y="279153"/>
                  <a:pt x="140093" y="195909"/>
                </a:cubicBezTo>
                <a:cubicBezTo>
                  <a:pt x="140093" y="195909"/>
                  <a:pt x="140093" y="195909"/>
                  <a:pt x="133586" y="195909"/>
                </a:cubicBezTo>
                <a:cubicBezTo>
                  <a:pt x="134888" y="195909"/>
                  <a:pt x="136189" y="195909"/>
                  <a:pt x="138791" y="194588"/>
                </a:cubicBezTo>
                <a:cubicBezTo>
                  <a:pt x="150502" y="190624"/>
                  <a:pt x="155707" y="177411"/>
                  <a:pt x="151804" y="166840"/>
                </a:cubicBezTo>
                <a:cubicBezTo>
                  <a:pt x="151804" y="166840"/>
                  <a:pt x="151804" y="166840"/>
                  <a:pt x="120574" y="73025"/>
                </a:cubicBezTo>
                <a:close/>
                <a:moveTo>
                  <a:pt x="46220" y="66675"/>
                </a:moveTo>
                <a:cubicBezTo>
                  <a:pt x="47550" y="66675"/>
                  <a:pt x="59520" y="66675"/>
                  <a:pt x="72821" y="66675"/>
                </a:cubicBezTo>
                <a:cubicBezTo>
                  <a:pt x="84792" y="66675"/>
                  <a:pt x="96762" y="66675"/>
                  <a:pt x="98092" y="66675"/>
                </a:cubicBezTo>
                <a:cubicBezTo>
                  <a:pt x="103413" y="66675"/>
                  <a:pt x="108733" y="69315"/>
                  <a:pt x="111393" y="74595"/>
                </a:cubicBezTo>
                <a:cubicBezTo>
                  <a:pt x="111393" y="74595"/>
                  <a:pt x="111393" y="74595"/>
                  <a:pt x="143315" y="169638"/>
                </a:cubicBezTo>
                <a:cubicBezTo>
                  <a:pt x="145975" y="176239"/>
                  <a:pt x="143315" y="184159"/>
                  <a:pt x="135334" y="185479"/>
                </a:cubicBezTo>
                <a:cubicBezTo>
                  <a:pt x="128684" y="188119"/>
                  <a:pt x="122034" y="184159"/>
                  <a:pt x="119374" y="177559"/>
                </a:cubicBezTo>
                <a:cubicBezTo>
                  <a:pt x="119374" y="177559"/>
                  <a:pt x="119374" y="177559"/>
                  <a:pt x="108733" y="148518"/>
                </a:cubicBezTo>
                <a:cubicBezTo>
                  <a:pt x="108733" y="148518"/>
                  <a:pt x="108733" y="148518"/>
                  <a:pt x="108733" y="295043"/>
                </a:cubicBezTo>
                <a:cubicBezTo>
                  <a:pt x="108733" y="302963"/>
                  <a:pt x="102083" y="309563"/>
                  <a:pt x="94102" y="309563"/>
                </a:cubicBezTo>
                <a:cubicBezTo>
                  <a:pt x="84792" y="309563"/>
                  <a:pt x="78141" y="302963"/>
                  <a:pt x="78141" y="295043"/>
                </a:cubicBezTo>
                <a:cubicBezTo>
                  <a:pt x="78141" y="295043"/>
                  <a:pt x="78141" y="295043"/>
                  <a:pt x="78141" y="202640"/>
                </a:cubicBezTo>
                <a:cubicBezTo>
                  <a:pt x="78141" y="202640"/>
                  <a:pt x="78141" y="202640"/>
                  <a:pt x="66171" y="202640"/>
                </a:cubicBezTo>
                <a:cubicBezTo>
                  <a:pt x="66171" y="202640"/>
                  <a:pt x="66171" y="202640"/>
                  <a:pt x="66171" y="295043"/>
                </a:cubicBezTo>
                <a:cubicBezTo>
                  <a:pt x="66171" y="302963"/>
                  <a:pt x="59520" y="309563"/>
                  <a:pt x="50210" y="309563"/>
                </a:cubicBezTo>
                <a:cubicBezTo>
                  <a:pt x="42229" y="309563"/>
                  <a:pt x="35579" y="302963"/>
                  <a:pt x="35579" y="295043"/>
                </a:cubicBezTo>
                <a:cubicBezTo>
                  <a:pt x="35579" y="295043"/>
                  <a:pt x="35579" y="295043"/>
                  <a:pt x="35579" y="148518"/>
                </a:cubicBezTo>
                <a:cubicBezTo>
                  <a:pt x="35579" y="148518"/>
                  <a:pt x="35579" y="148518"/>
                  <a:pt x="24938" y="177559"/>
                </a:cubicBezTo>
                <a:cubicBezTo>
                  <a:pt x="22278" y="184159"/>
                  <a:pt x="15628" y="188119"/>
                  <a:pt x="8978" y="185479"/>
                </a:cubicBezTo>
                <a:cubicBezTo>
                  <a:pt x="997" y="184159"/>
                  <a:pt x="-1663" y="176239"/>
                  <a:pt x="997" y="169638"/>
                </a:cubicBezTo>
                <a:cubicBezTo>
                  <a:pt x="997" y="169638"/>
                  <a:pt x="997" y="169638"/>
                  <a:pt x="32919" y="74595"/>
                </a:cubicBezTo>
                <a:cubicBezTo>
                  <a:pt x="35579" y="69315"/>
                  <a:pt x="40899" y="66675"/>
                  <a:pt x="46220" y="66675"/>
                </a:cubicBezTo>
                <a:close/>
                <a:moveTo>
                  <a:pt x="289643" y="49213"/>
                </a:moveTo>
                <a:cubicBezTo>
                  <a:pt x="301549" y="49213"/>
                  <a:pt x="309487" y="58103"/>
                  <a:pt x="309487" y="68263"/>
                </a:cubicBezTo>
                <a:cubicBezTo>
                  <a:pt x="309487" y="79693"/>
                  <a:pt x="300227" y="87313"/>
                  <a:pt x="289643" y="87313"/>
                </a:cubicBezTo>
                <a:cubicBezTo>
                  <a:pt x="280383" y="87313"/>
                  <a:pt x="269799" y="79693"/>
                  <a:pt x="269799" y="68263"/>
                </a:cubicBezTo>
                <a:cubicBezTo>
                  <a:pt x="269799" y="68263"/>
                  <a:pt x="271122" y="68263"/>
                  <a:pt x="271122" y="68263"/>
                </a:cubicBezTo>
                <a:cubicBezTo>
                  <a:pt x="271122" y="65723"/>
                  <a:pt x="272445" y="63183"/>
                  <a:pt x="272445" y="59373"/>
                </a:cubicBezTo>
                <a:cubicBezTo>
                  <a:pt x="276414" y="54293"/>
                  <a:pt x="283028" y="49213"/>
                  <a:pt x="289643" y="49213"/>
                </a:cubicBezTo>
                <a:close/>
                <a:moveTo>
                  <a:pt x="244544" y="33338"/>
                </a:moveTo>
                <a:cubicBezTo>
                  <a:pt x="257533" y="33338"/>
                  <a:pt x="266625" y="43861"/>
                  <a:pt x="266625" y="55699"/>
                </a:cubicBezTo>
                <a:cubicBezTo>
                  <a:pt x="266625" y="68853"/>
                  <a:pt x="256234" y="79376"/>
                  <a:pt x="244544" y="79376"/>
                </a:cubicBezTo>
                <a:cubicBezTo>
                  <a:pt x="235452" y="79376"/>
                  <a:pt x="226360" y="72799"/>
                  <a:pt x="223762" y="63592"/>
                </a:cubicBezTo>
                <a:cubicBezTo>
                  <a:pt x="225061" y="59645"/>
                  <a:pt x="226360" y="54384"/>
                  <a:pt x="226360" y="49123"/>
                </a:cubicBezTo>
                <a:cubicBezTo>
                  <a:pt x="226360" y="47807"/>
                  <a:pt x="226360" y="46492"/>
                  <a:pt x="226360" y="43861"/>
                </a:cubicBezTo>
                <a:cubicBezTo>
                  <a:pt x="230256" y="37284"/>
                  <a:pt x="236751" y="33338"/>
                  <a:pt x="244544" y="33338"/>
                </a:cubicBezTo>
                <a:close/>
                <a:moveTo>
                  <a:pt x="192806" y="23813"/>
                </a:moveTo>
                <a:cubicBezTo>
                  <a:pt x="205756" y="23813"/>
                  <a:pt x="217412" y="35469"/>
                  <a:pt x="217412" y="48420"/>
                </a:cubicBezTo>
                <a:cubicBezTo>
                  <a:pt x="217412" y="62665"/>
                  <a:pt x="205756" y="73026"/>
                  <a:pt x="192806" y="73026"/>
                </a:cubicBezTo>
                <a:cubicBezTo>
                  <a:pt x="179855" y="73026"/>
                  <a:pt x="169494" y="63961"/>
                  <a:pt x="168199" y="51010"/>
                </a:cubicBezTo>
                <a:cubicBezTo>
                  <a:pt x="169494" y="48420"/>
                  <a:pt x="170789" y="44534"/>
                  <a:pt x="170789" y="39354"/>
                </a:cubicBezTo>
                <a:cubicBezTo>
                  <a:pt x="170789" y="39354"/>
                  <a:pt x="170789" y="39354"/>
                  <a:pt x="170789" y="38059"/>
                </a:cubicBezTo>
                <a:cubicBezTo>
                  <a:pt x="174674" y="30288"/>
                  <a:pt x="182445" y="23813"/>
                  <a:pt x="192806" y="23813"/>
                </a:cubicBezTo>
                <a:close/>
                <a:moveTo>
                  <a:pt x="133275" y="12700"/>
                </a:moveTo>
                <a:cubicBezTo>
                  <a:pt x="148118" y="12700"/>
                  <a:pt x="160262" y="24548"/>
                  <a:pt x="160262" y="39029"/>
                </a:cubicBezTo>
                <a:cubicBezTo>
                  <a:pt x="160262" y="54827"/>
                  <a:pt x="148118" y="66675"/>
                  <a:pt x="133275" y="66675"/>
                </a:cubicBezTo>
                <a:cubicBezTo>
                  <a:pt x="121130" y="66675"/>
                  <a:pt x="110335" y="60093"/>
                  <a:pt x="106287" y="48245"/>
                </a:cubicBezTo>
                <a:cubicBezTo>
                  <a:pt x="108986" y="42979"/>
                  <a:pt x="111685" y="36396"/>
                  <a:pt x="111685" y="29814"/>
                </a:cubicBezTo>
                <a:cubicBezTo>
                  <a:pt x="111685" y="27181"/>
                  <a:pt x="110335" y="25865"/>
                  <a:pt x="110335" y="23232"/>
                </a:cubicBezTo>
                <a:cubicBezTo>
                  <a:pt x="115733" y="16649"/>
                  <a:pt x="123829" y="12700"/>
                  <a:pt x="133275" y="12700"/>
                </a:cubicBezTo>
                <a:close/>
                <a:moveTo>
                  <a:pt x="72809" y="0"/>
                </a:moveTo>
                <a:cubicBezTo>
                  <a:pt x="88472" y="0"/>
                  <a:pt x="101525" y="14426"/>
                  <a:pt x="101525" y="30163"/>
                </a:cubicBezTo>
                <a:cubicBezTo>
                  <a:pt x="101525" y="47211"/>
                  <a:pt x="87167" y="60325"/>
                  <a:pt x="72809" y="60325"/>
                </a:cubicBezTo>
                <a:cubicBezTo>
                  <a:pt x="57145" y="60325"/>
                  <a:pt x="42787" y="47211"/>
                  <a:pt x="42787" y="30163"/>
                </a:cubicBezTo>
                <a:cubicBezTo>
                  <a:pt x="42787" y="14426"/>
                  <a:pt x="55840" y="0"/>
                  <a:pt x="72809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b="1"/>
          </a:p>
        </p:txBody>
      </p:sp>
      <p:sp>
        <p:nvSpPr>
          <p:cNvPr id="25" name="矩形 24"/>
          <p:cNvSpPr/>
          <p:nvPr>
            <p:custDataLst>
              <p:tags r:id="rId1"/>
            </p:custDataLst>
          </p:nvPr>
        </p:nvSpPr>
        <p:spPr>
          <a:xfrm>
            <a:off x="4689475" y="1468120"/>
            <a:ext cx="3201670" cy="4168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4286" cap="flat">
            <a:solidFill>
              <a:srgbClr val="DDE7E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5825690" y="1791618"/>
            <a:ext cx="811648" cy="811648"/>
          </a:xfrm>
          <a:prstGeom prst="ellipse">
            <a:avLst/>
          </a:prstGeom>
          <a:solidFill>
            <a:srgbClr val="656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7" name="椭圆 71" descr="D:\51PPT模板网\51pptmoban.com\图片.jpg"/>
          <p:cNvSpPr/>
          <p:nvPr>
            <p:custDataLst>
              <p:tags r:id="rId3"/>
            </p:custDataLst>
          </p:nvPr>
        </p:nvSpPr>
        <p:spPr>
          <a:xfrm>
            <a:off x="6065887" y="2004047"/>
            <a:ext cx="329922" cy="417280"/>
          </a:xfrm>
          <a:custGeom>
            <a:avLst/>
            <a:gdLst>
              <a:gd name="connsiteX0" fmla="*/ 126399 w 261072"/>
              <a:gd name="connsiteY0" fmla="*/ 143933 h 330200"/>
              <a:gd name="connsiteX1" fmla="*/ 114493 w 261072"/>
              <a:gd name="connsiteY1" fmla="*/ 165100 h 330200"/>
              <a:gd name="connsiteX2" fmla="*/ 135660 w 261072"/>
              <a:gd name="connsiteY2" fmla="*/ 179652 h 330200"/>
              <a:gd name="connsiteX3" fmla="*/ 148889 w 261072"/>
              <a:gd name="connsiteY3" fmla="*/ 157162 h 330200"/>
              <a:gd name="connsiteX4" fmla="*/ 126399 w 261072"/>
              <a:gd name="connsiteY4" fmla="*/ 143933 h 330200"/>
              <a:gd name="connsiteX5" fmla="*/ 62158 w 261072"/>
              <a:gd name="connsiteY5" fmla="*/ 142587 h 330200"/>
              <a:gd name="connsiteX6" fmla="*/ 59301 w 261072"/>
              <a:gd name="connsiteY6" fmla="*/ 149803 h 330200"/>
              <a:gd name="connsiteX7" fmla="*/ 67873 w 261072"/>
              <a:gd name="connsiteY7" fmla="*/ 154132 h 330200"/>
              <a:gd name="connsiteX8" fmla="*/ 70731 w 261072"/>
              <a:gd name="connsiteY8" fmla="*/ 145473 h 330200"/>
              <a:gd name="connsiteX9" fmla="*/ 62158 w 261072"/>
              <a:gd name="connsiteY9" fmla="*/ 142587 h 330200"/>
              <a:gd name="connsiteX10" fmla="*/ 60253 w 261072"/>
              <a:gd name="connsiteY10" fmla="*/ 111601 h 330200"/>
              <a:gd name="connsiteX11" fmla="*/ 50887 w 261072"/>
              <a:gd name="connsiteY11" fmla="*/ 112077 h 330200"/>
              <a:gd name="connsiteX12" fmla="*/ 41997 w 261072"/>
              <a:gd name="connsiteY12" fmla="*/ 118427 h 330200"/>
              <a:gd name="connsiteX13" fmla="*/ 47077 w 261072"/>
              <a:gd name="connsiteY13" fmla="*/ 124777 h 330200"/>
              <a:gd name="connsiteX14" fmla="*/ 52157 w 261072"/>
              <a:gd name="connsiteY14" fmla="*/ 119697 h 330200"/>
              <a:gd name="connsiteX15" fmla="*/ 57237 w 261072"/>
              <a:gd name="connsiteY15" fmla="*/ 122237 h 330200"/>
              <a:gd name="connsiteX16" fmla="*/ 57237 w 261072"/>
              <a:gd name="connsiteY16" fmla="*/ 128587 h 330200"/>
              <a:gd name="connsiteX17" fmla="*/ 57237 w 261072"/>
              <a:gd name="connsiteY17" fmla="*/ 140017 h 330200"/>
              <a:gd name="connsiteX18" fmla="*/ 58507 w 261072"/>
              <a:gd name="connsiteY18" fmla="*/ 141287 h 330200"/>
              <a:gd name="connsiteX19" fmla="*/ 66127 w 261072"/>
              <a:gd name="connsiteY19" fmla="*/ 137477 h 330200"/>
              <a:gd name="connsiteX20" fmla="*/ 64857 w 261072"/>
              <a:gd name="connsiteY20" fmla="*/ 136207 h 330200"/>
              <a:gd name="connsiteX21" fmla="*/ 64857 w 261072"/>
              <a:gd name="connsiteY21" fmla="*/ 128587 h 330200"/>
              <a:gd name="connsiteX22" fmla="*/ 64857 w 261072"/>
              <a:gd name="connsiteY22" fmla="*/ 115887 h 330200"/>
              <a:gd name="connsiteX23" fmla="*/ 60253 w 261072"/>
              <a:gd name="connsiteY23" fmla="*/ 111601 h 330200"/>
              <a:gd name="connsiteX24" fmla="*/ 182967 w 261072"/>
              <a:gd name="connsiteY24" fmla="*/ 102870 h 330200"/>
              <a:gd name="connsiteX25" fmla="*/ 170584 w 261072"/>
              <a:gd name="connsiteY25" fmla="*/ 109220 h 330200"/>
              <a:gd name="connsiteX26" fmla="*/ 178839 w 261072"/>
              <a:gd name="connsiteY26" fmla="*/ 119380 h 330200"/>
              <a:gd name="connsiteX27" fmla="*/ 189846 w 261072"/>
              <a:gd name="connsiteY27" fmla="*/ 113030 h 330200"/>
              <a:gd name="connsiteX28" fmla="*/ 182967 w 261072"/>
              <a:gd name="connsiteY28" fmla="*/ 102870 h 330200"/>
              <a:gd name="connsiteX29" fmla="*/ 176934 w 261072"/>
              <a:gd name="connsiteY29" fmla="*/ 50542 h 330200"/>
              <a:gd name="connsiteX30" fmla="*/ 178287 w 261072"/>
              <a:gd name="connsiteY30" fmla="*/ 62513 h 330200"/>
              <a:gd name="connsiteX31" fmla="*/ 189105 w 261072"/>
              <a:gd name="connsiteY31" fmla="*/ 62513 h 330200"/>
              <a:gd name="connsiteX32" fmla="*/ 194515 w 261072"/>
              <a:gd name="connsiteY32" fmla="*/ 69163 h 330200"/>
              <a:gd name="connsiteX33" fmla="*/ 186401 w 261072"/>
              <a:gd name="connsiteY33" fmla="*/ 78474 h 330200"/>
              <a:gd name="connsiteX34" fmla="*/ 176934 w 261072"/>
              <a:gd name="connsiteY34" fmla="*/ 93105 h 330200"/>
              <a:gd name="connsiteX35" fmla="*/ 176934 w 261072"/>
              <a:gd name="connsiteY35" fmla="*/ 95765 h 330200"/>
              <a:gd name="connsiteX36" fmla="*/ 190458 w 261072"/>
              <a:gd name="connsiteY36" fmla="*/ 98425 h 330200"/>
              <a:gd name="connsiteX37" fmla="*/ 190458 w 261072"/>
              <a:gd name="connsiteY37" fmla="*/ 97095 h 330200"/>
              <a:gd name="connsiteX38" fmla="*/ 198572 w 261072"/>
              <a:gd name="connsiteY38" fmla="*/ 85124 h 330200"/>
              <a:gd name="connsiteX39" fmla="*/ 210743 w 261072"/>
              <a:gd name="connsiteY39" fmla="*/ 70494 h 330200"/>
              <a:gd name="connsiteX40" fmla="*/ 194515 w 261072"/>
              <a:gd name="connsiteY40" fmla="*/ 50542 h 330200"/>
              <a:gd name="connsiteX41" fmla="*/ 176934 w 261072"/>
              <a:gd name="connsiteY41" fmla="*/ 50542 h 330200"/>
              <a:gd name="connsiteX42" fmla="*/ 104071 w 261072"/>
              <a:gd name="connsiteY42" fmla="*/ 44936 h 330200"/>
              <a:gd name="connsiteX43" fmla="*/ 73747 w 261072"/>
              <a:gd name="connsiteY43" fmla="*/ 60685 h 330200"/>
              <a:gd name="connsiteX44" fmla="*/ 85613 w 261072"/>
              <a:gd name="connsiteY44" fmla="*/ 80370 h 330200"/>
              <a:gd name="connsiteX45" fmla="*/ 102752 w 261072"/>
              <a:gd name="connsiteY45" fmla="*/ 69871 h 330200"/>
              <a:gd name="connsiteX46" fmla="*/ 119892 w 261072"/>
              <a:gd name="connsiteY46" fmla="*/ 77745 h 330200"/>
              <a:gd name="connsiteX47" fmla="*/ 113300 w 261072"/>
              <a:gd name="connsiteY47" fmla="*/ 101367 h 330200"/>
              <a:gd name="connsiteX48" fmla="*/ 109345 w 261072"/>
              <a:gd name="connsiteY48" fmla="*/ 134175 h 330200"/>
              <a:gd name="connsiteX49" fmla="*/ 110663 w 261072"/>
              <a:gd name="connsiteY49" fmla="*/ 138112 h 330200"/>
              <a:gd name="connsiteX50" fmla="*/ 137032 w 261072"/>
              <a:gd name="connsiteY50" fmla="*/ 132863 h 330200"/>
              <a:gd name="connsiteX51" fmla="*/ 135713 w 261072"/>
              <a:gd name="connsiteY51" fmla="*/ 128926 h 330200"/>
              <a:gd name="connsiteX52" fmla="*/ 139669 w 261072"/>
              <a:gd name="connsiteY52" fmla="*/ 102679 h 330200"/>
              <a:gd name="connsiteX53" fmla="*/ 148898 w 261072"/>
              <a:gd name="connsiteY53" fmla="*/ 65934 h 330200"/>
              <a:gd name="connsiteX54" fmla="*/ 104071 w 261072"/>
              <a:gd name="connsiteY54" fmla="*/ 44936 h 330200"/>
              <a:gd name="connsiteX55" fmla="*/ 134819 w 261072"/>
              <a:gd name="connsiteY55" fmla="*/ 0 h 330200"/>
              <a:gd name="connsiteX56" fmla="*/ 221618 w 261072"/>
              <a:gd name="connsiteY56" fmla="*/ 35519 h 330200"/>
              <a:gd name="connsiteX57" fmla="*/ 247921 w 261072"/>
              <a:gd name="connsiteY57" fmla="*/ 113137 h 330200"/>
              <a:gd name="connsiteX58" fmla="*/ 243975 w 261072"/>
              <a:gd name="connsiteY58" fmla="*/ 144709 h 330200"/>
              <a:gd name="connsiteX59" fmla="*/ 261072 w 261072"/>
              <a:gd name="connsiteY59" fmla="*/ 180229 h 330200"/>
              <a:gd name="connsiteX60" fmla="*/ 246606 w 261072"/>
              <a:gd name="connsiteY60" fmla="*/ 190753 h 330200"/>
              <a:gd name="connsiteX61" fmla="*/ 243975 w 261072"/>
              <a:gd name="connsiteY61" fmla="*/ 198646 h 330200"/>
              <a:gd name="connsiteX62" fmla="*/ 243975 w 261072"/>
              <a:gd name="connsiteY62" fmla="*/ 210486 h 330200"/>
              <a:gd name="connsiteX63" fmla="*/ 237400 w 261072"/>
              <a:gd name="connsiteY63" fmla="*/ 215748 h 330200"/>
              <a:gd name="connsiteX64" fmla="*/ 237400 w 261072"/>
              <a:gd name="connsiteY64" fmla="*/ 219695 h 330200"/>
              <a:gd name="connsiteX65" fmla="*/ 236085 w 261072"/>
              <a:gd name="connsiteY65" fmla="*/ 230219 h 330200"/>
              <a:gd name="connsiteX66" fmla="*/ 232139 w 261072"/>
              <a:gd name="connsiteY66" fmla="*/ 244690 h 330200"/>
              <a:gd name="connsiteX67" fmla="*/ 229509 w 261072"/>
              <a:gd name="connsiteY67" fmla="*/ 263108 h 330200"/>
              <a:gd name="connsiteX68" fmla="*/ 196631 w 261072"/>
              <a:gd name="connsiteY68" fmla="*/ 267054 h 330200"/>
              <a:gd name="connsiteX69" fmla="*/ 161121 w 261072"/>
              <a:gd name="connsiteY69" fmla="*/ 273632 h 330200"/>
              <a:gd name="connsiteX70" fmla="*/ 136134 w 261072"/>
              <a:gd name="connsiteY70" fmla="*/ 330200 h 330200"/>
              <a:gd name="connsiteX71" fmla="*/ 45389 w 261072"/>
              <a:gd name="connsiteY71" fmla="*/ 246006 h 330200"/>
              <a:gd name="connsiteX72" fmla="*/ 32238 w 261072"/>
              <a:gd name="connsiteY72" fmla="*/ 184176 h 330200"/>
              <a:gd name="connsiteX73" fmla="*/ 675 w 261072"/>
              <a:gd name="connsiteY73" fmla="*/ 121030 h 330200"/>
              <a:gd name="connsiteX74" fmla="*/ 30923 w 261072"/>
              <a:gd name="connsiteY74" fmla="*/ 40781 h 330200"/>
              <a:gd name="connsiteX75" fmla="*/ 134819 w 261072"/>
              <a:gd name="connsiteY75" fmla="*/ 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61072" h="330200">
                <a:moveTo>
                  <a:pt x="126399" y="143933"/>
                </a:moveTo>
                <a:cubicBezTo>
                  <a:pt x="117138" y="146579"/>
                  <a:pt x="111847" y="155840"/>
                  <a:pt x="114493" y="165100"/>
                </a:cubicBezTo>
                <a:cubicBezTo>
                  <a:pt x="115816" y="175684"/>
                  <a:pt x="125076" y="180975"/>
                  <a:pt x="135660" y="179652"/>
                </a:cubicBezTo>
                <a:cubicBezTo>
                  <a:pt x="146243" y="177006"/>
                  <a:pt x="151535" y="167746"/>
                  <a:pt x="148889" y="157162"/>
                </a:cubicBezTo>
                <a:cubicBezTo>
                  <a:pt x="146243" y="146579"/>
                  <a:pt x="136982" y="141287"/>
                  <a:pt x="126399" y="143933"/>
                </a:cubicBezTo>
                <a:close/>
                <a:moveTo>
                  <a:pt x="62158" y="142587"/>
                </a:moveTo>
                <a:cubicBezTo>
                  <a:pt x="59301" y="144030"/>
                  <a:pt x="57872" y="146916"/>
                  <a:pt x="59301" y="149803"/>
                </a:cubicBezTo>
                <a:cubicBezTo>
                  <a:pt x="60729" y="154132"/>
                  <a:pt x="65016" y="155575"/>
                  <a:pt x="67873" y="154132"/>
                </a:cubicBezTo>
                <a:cubicBezTo>
                  <a:pt x="70731" y="152689"/>
                  <a:pt x="72160" y="148359"/>
                  <a:pt x="70731" y="145473"/>
                </a:cubicBezTo>
                <a:cubicBezTo>
                  <a:pt x="69302" y="141143"/>
                  <a:pt x="66445" y="139700"/>
                  <a:pt x="62158" y="142587"/>
                </a:cubicBezTo>
                <a:close/>
                <a:moveTo>
                  <a:pt x="60253" y="111601"/>
                </a:moveTo>
                <a:cubicBezTo>
                  <a:pt x="57872" y="110807"/>
                  <a:pt x="54697" y="110807"/>
                  <a:pt x="50887" y="112077"/>
                </a:cubicBezTo>
                <a:cubicBezTo>
                  <a:pt x="47077" y="114617"/>
                  <a:pt x="43267" y="117157"/>
                  <a:pt x="41997" y="118427"/>
                </a:cubicBezTo>
                <a:cubicBezTo>
                  <a:pt x="41997" y="118427"/>
                  <a:pt x="41997" y="118427"/>
                  <a:pt x="47077" y="124777"/>
                </a:cubicBezTo>
                <a:cubicBezTo>
                  <a:pt x="48347" y="122237"/>
                  <a:pt x="49617" y="120967"/>
                  <a:pt x="52157" y="119697"/>
                </a:cubicBezTo>
                <a:cubicBezTo>
                  <a:pt x="54697" y="118427"/>
                  <a:pt x="55967" y="119697"/>
                  <a:pt x="57237" y="122237"/>
                </a:cubicBezTo>
                <a:cubicBezTo>
                  <a:pt x="58507" y="123507"/>
                  <a:pt x="57237" y="126047"/>
                  <a:pt x="57237" y="128587"/>
                </a:cubicBezTo>
                <a:cubicBezTo>
                  <a:pt x="55967" y="133667"/>
                  <a:pt x="55967" y="136207"/>
                  <a:pt x="57237" y="140017"/>
                </a:cubicBezTo>
                <a:lnTo>
                  <a:pt x="58507" y="141287"/>
                </a:lnTo>
                <a:cubicBezTo>
                  <a:pt x="58507" y="141287"/>
                  <a:pt x="58507" y="141287"/>
                  <a:pt x="66127" y="137477"/>
                </a:cubicBezTo>
                <a:cubicBezTo>
                  <a:pt x="66127" y="137477"/>
                  <a:pt x="66127" y="137477"/>
                  <a:pt x="64857" y="136207"/>
                </a:cubicBezTo>
                <a:cubicBezTo>
                  <a:pt x="63587" y="133667"/>
                  <a:pt x="63587" y="131127"/>
                  <a:pt x="64857" y="128587"/>
                </a:cubicBezTo>
                <a:cubicBezTo>
                  <a:pt x="66127" y="124777"/>
                  <a:pt x="67397" y="120967"/>
                  <a:pt x="64857" y="115887"/>
                </a:cubicBezTo>
                <a:cubicBezTo>
                  <a:pt x="64222" y="113982"/>
                  <a:pt x="62634" y="112395"/>
                  <a:pt x="60253" y="111601"/>
                </a:cubicBezTo>
                <a:close/>
                <a:moveTo>
                  <a:pt x="182967" y="102870"/>
                </a:moveTo>
                <a:cubicBezTo>
                  <a:pt x="177464" y="101600"/>
                  <a:pt x="171960" y="104140"/>
                  <a:pt x="170584" y="109220"/>
                </a:cubicBezTo>
                <a:cubicBezTo>
                  <a:pt x="170584" y="114300"/>
                  <a:pt x="173335" y="118110"/>
                  <a:pt x="178839" y="119380"/>
                </a:cubicBezTo>
                <a:cubicBezTo>
                  <a:pt x="184343" y="120650"/>
                  <a:pt x="188471" y="118110"/>
                  <a:pt x="189846" y="113030"/>
                </a:cubicBezTo>
                <a:cubicBezTo>
                  <a:pt x="191222" y="107950"/>
                  <a:pt x="188471" y="102870"/>
                  <a:pt x="182967" y="102870"/>
                </a:cubicBezTo>
                <a:close/>
                <a:moveTo>
                  <a:pt x="176934" y="50542"/>
                </a:moveTo>
                <a:cubicBezTo>
                  <a:pt x="176934" y="50542"/>
                  <a:pt x="176934" y="50542"/>
                  <a:pt x="178287" y="62513"/>
                </a:cubicBezTo>
                <a:cubicBezTo>
                  <a:pt x="180991" y="61183"/>
                  <a:pt x="185048" y="61183"/>
                  <a:pt x="189105" y="62513"/>
                </a:cubicBezTo>
                <a:cubicBezTo>
                  <a:pt x="194515" y="63843"/>
                  <a:pt x="195867" y="66503"/>
                  <a:pt x="194515" y="69163"/>
                </a:cubicBezTo>
                <a:cubicBezTo>
                  <a:pt x="194515" y="73154"/>
                  <a:pt x="190458" y="75814"/>
                  <a:pt x="186401" y="78474"/>
                </a:cubicBezTo>
                <a:cubicBezTo>
                  <a:pt x="180991" y="83794"/>
                  <a:pt x="178287" y="87785"/>
                  <a:pt x="176934" y="93105"/>
                </a:cubicBezTo>
                <a:cubicBezTo>
                  <a:pt x="176934" y="93105"/>
                  <a:pt x="176934" y="93105"/>
                  <a:pt x="176934" y="95765"/>
                </a:cubicBezTo>
                <a:cubicBezTo>
                  <a:pt x="176934" y="95765"/>
                  <a:pt x="176934" y="95765"/>
                  <a:pt x="190458" y="98425"/>
                </a:cubicBezTo>
                <a:cubicBezTo>
                  <a:pt x="190458" y="98425"/>
                  <a:pt x="190458" y="98425"/>
                  <a:pt x="190458" y="97095"/>
                </a:cubicBezTo>
                <a:cubicBezTo>
                  <a:pt x="191810" y="91775"/>
                  <a:pt x="193162" y="89115"/>
                  <a:pt x="198572" y="85124"/>
                </a:cubicBezTo>
                <a:cubicBezTo>
                  <a:pt x="203981" y="82464"/>
                  <a:pt x="209390" y="78474"/>
                  <a:pt x="210743" y="70494"/>
                </a:cubicBezTo>
                <a:cubicBezTo>
                  <a:pt x="213447" y="62513"/>
                  <a:pt x="208038" y="53202"/>
                  <a:pt x="194515" y="50542"/>
                </a:cubicBezTo>
                <a:cubicBezTo>
                  <a:pt x="187753" y="49212"/>
                  <a:pt x="180991" y="50542"/>
                  <a:pt x="176934" y="50542"/>
                </a:cubicBezTo>
                <a:close/>
                <a:moveTo>
                  <a:pt x="104071" y="44936"/>
                </a:moveTo>
                <a:cubicBezTo>
                  <a:pt x="90886" y="48873"/>
                  <a:pt x="80339" y="55435"/>
                  <a:pt x="73747" y="60685"/>
                </a:cubicBezTo>
                <a:cubicBezTo>
                  <a:pt x="73747" y="60685"/>
                  <a:pt x="73747" y="60685"/>
                  <a:pt x="85613" y="80370"/>
                </a:cubicBezTo>
                <a:cubicBezTo>
                  <a:pt x="89568" y="76433"/>
                  <a:pt x="97479" y="71183"/>
                  <a:pt x="102752" y="69871"/>
                </a:cubicBezTo>
                <a:cubicBezTo>
                  <a:pt x="113300" y="68559"/>
                  <a:pt x="118574" y="71183"/>
                  <a:pt x="119892" y="77745"/>
                </a:cubicBezTo>
                <a:cubicBezTo>
                  <a:pt x="121211" y="84307"/>
                  <a:pt x="118574" y="92181"/>
                  <a:pt x="113300" y="101367"/>
                </a:cubicBezTo>
                <a:cubicBezTo>
                  <a:pt x="108026" y="113178"/>
                  <a:pt x="106708" y="123677"/>
                  <a:pt x="109345" y="134175"/>
                </a:cubicBezTo>
                <a:cubicBezTo>
                  <a:pt x="109345" y="134175"/>
                  <a:pt x="109345" y="134175"/>
                  <a:pt x="110663" y="138112"/>
                </a:cubicBezTo>
                <a:cubicBezTo>
                  <a:pt x="110663" y="138112"/>
                  <a:pt x="110663" y="138112"/>
                  <a:pt x="137032" y="132863"/>
                </a:cubicBezTo>
                <a:cubicBezTo>
                  <a:pt x="137032" y="132863"/>
                  <a:pt x="137032" y="132863"/>
                  <a:pt x="135713" y="128926"/>
                </a:cubicBezTo>
                <a:cubicBezTo>
                  <a:pt x="134395" y="119740"/>
                  <a:pt x="134395" y="111866"/>
                  <a:pt x="139669" y="102679"/>
                </a:cubicBezTo>
                <a:cubicBezTo>
                  <a:pt x="144943" y="92181"/>
                  <a:pt x="151535" y="81682"/>
                  <a:pt x="148898" y="65934"/>
                </a:cubicBezTo>
                <a:cubicBezTo>
                  <a:pt x="144943" y="50186"/>
                  <a:pt x="129121" y="39687"/>
                  <a:pt x="104071" y="44936"/>
                </a:cubicBezTo>
                <a:close/>
                <a:moveTo>
                  <a:pt x="134819" y="0"/>
                </a:moveTo>
                <a:cubicBezTo>
                  <a:pt x="158491" y="0"/>
                  <a:pt x="194000" y="5262"/>
                  <a:pt x="221618" y="35519"/>
                </a:cubicBezTo>
                <a:cubicBezTo>
                  <a:pt x="238715" y="52622"/>
                  <a:pt x="251866" y="74986"/>
                  <a:pt x="247921" y="113137"/>
                </a:cubicBezTo>
                <a:cubicBezTo>
                  <a:pt x="246606" y="121030"/>
                  <a:pt x="236085" y="130238"/>
                  <a:pt x="243975" y="144709"/>
                </a:cubicBezTo>
                <a:cubicBezTo>
                  <a:pt x="243975" y="144709"/>
                  <a:pt x="261072" y="176282"/>
                  <a:pt x="261072" y="180229"/>
                </a:cubicBezTo>
                <a:cubicBezTo>
                  <a:pt x="261072" y="180229"/>
                  <a:pt x="261072" y="189438"/>
                  <a:pt x="246606" y="190753"/>
                </a:cubicBezTo>
                <a:cubicBezTo>
                  <a:pt x="246606" y="190753"/>
                  <a:pt x="242660" y="190753"/>
                  <a:pt x="243975" y="198646"/>
                </a:cubicBezTo>
                <a:cubicBezTo>
                  <a:pt x="243975" y="198646"/>
                  <a:pt x="243975" y="198646"/>
                  <a:pt x="243975" y="210486"/>
                </a:cubicBezTo>
                <a:cubicBezTo>
                  <a:pt x="243975" y="210486"/>
                  <a:pt x="243975" y="213117"/>
                  <a:pt x="237400" y="215748"/>
                </a:cubicBezTo>
                <a:cubicBezTo>
                  <a:pt x="237400" y="215748"/>
                  <a:pt x="236085" y="217064"/>
                  <a:pt x="237400" y="219695"/>
                </a:cubicBezTo>
                <a:cubicBezTo>
                  <a:pt x="237400" y="219695"/>
                  <a:pt x="241345" y="222326"/>
                  <a:pt x="236085" y="230219"/>
                </a:cubicBezTo>
                <a:cubicBezTo>
                  <a:pt x="233454" y="234166"/>
                  <a:pt x="229509" y="236797"/>
                  <a:pt x="232139" y="244690"/>
                </a:cubicBezTo>
                <a:cubicBezTo>
                  <a:pt x="232139" y="244690"/>
                  <a:pt x="234769" y="259161"/>
                  <a:pt x="229509" y="263108"/>
                </a:cubicBezTo>
                <a:cubicBezTo>
                  <a:pt x="229509" y="263108"/>
                  <a:pt x="222933" y="269685"/>
                  <a:pt x="196631" y="267054"/>
                </a:cubicBezTo>
                <a:cubicBezTo>
                  <a:pt x="187425" y="265739"/>
                  <a:pt x="171642" y="261792"/>
                  <a:pt x="161121" y="273632"/>
                </a:cubicBezTo>
                <a:cubicBezTo>
                  <a:pt x="161121" y="273632"/>
                  <a:pt x="137449" y="319676"/>
                  <a:pt x="136134" y="330200"/>
                </a:cubicBezTo>
                <a:cubicBezTo>
                  <a:pt x="136134" y="330200"/>
                  <a:pt x="95364" y="257846"/>
                  <a:pt x="45389" y="246006"/>
                </a:cubicBezTo>
                <a:cubicBezTo>
                  <a:pt x="45389" y="246006"/>
                  <a:pt x="57225" y="219695"/>
                  <a:pt x="32238" y="184176"/>
                </a:cubicBezTo>
                <a:cubicBezTo>
                  <a:pt x="32238" y="184176"/>
                  <a:pt x="1990" y="143394"/>
                  <a:pt x="675" y="121030"/>
                </a:cubicBezTo>
                <a:cubicBezTo>
                  <a:pt x="675" y="121030"/>
                  <a:pt x="-7216" y="82879"/>
                  <a:pt x="30923" y="40781"/>
                </a:cubicBezTo>
                <a:cubicBezTo>
                  <a:pt x="49335" y="19733"/>
                  <a:pt x="74322" y="0"/>
                  <a:pt x="134819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b="1"/>
          </a:p>
        </p:txBody>
      </p:sp>
      <p:sp>
        <p:nvSpPr>
          <p:cNvPr id="37" name="矩形 36"/>
          <p:cNvSpPr/>
          <p:nvPr>
            <p:custDataLst>
              <p:tags r:id="rId4"/>
            </p:custDataLst>
          </p:nvPr>
        </p:nvSpPr>
        <p:spPr>
          <a:xfrm>
            <a:off x="8524875" y="1468755"/>
            <a:ext cx="2987040" cy="41668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4286" cap="flat">
            <a:solidFill>
              <a:srgbClr val="DDE7E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/>
          </a:p>
        </p:txBody>
      </p:sp>
      <p:sp>
        <p:nvSpPr>
          <p:cNvPr id="39" name="椭圆 38"/>
          <p:cNvSpPr/>
          <p:nvPr>
            <p:custDataLst>
              <p:tags r:id="rId5"/>
            </p:custDataLst>
          </p:nvPr>
        </p:nvSpPr>
        <p:spPr>
          <a:xfrm>
            <a:off x="9617275" y="1791306"/>
            <a:ext cx="811648" cy="811648"/>
          </a:xfrm>
          <a:prstGeom prst="ellipse">
            <a:avLst/>
          </a:prstGeom>
          <a:solidFill>
            <a:srgbClr val="CAA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0" name="椭圆 72"/>
          <p:cNvSpPr/>
          <p:nvPr>
            <p:custDataLst>
              <p:tags r:id="rId6"/>
            </p:custDataLst>
          </p:nvPr>
        </p:nvSpPr>
        <p:spPr>
          <a:xfrm>
            <a:off x="9814427" y="2004128"/>
            <a:ext cx="417280" cy="387284"/>
          </a:xfrm>
          <a:custGeom>
            <a:avLst/>
            <a:gdLst>
              <a:gd name="connsiteX0" fmla="*/ 288132 w 338138"/>
              <a:gd name="connsiteY0" fmla="*/ 223343 h 313831"/>
              <a:gd name="connsiteX1" fmla="*/ 279400 w 338138"/>
              <a:gd name="connsiteY1" fmla="*/ 231281 h 313831"/>
              <a:gd name="connsiteX2" fmla="*/ 288132 w 338138"/>
              <a:gd name="connsiteY2" fmla="*/ 239219 h 313831"/>
              <a:gd name="connsiteX3" fmla="*/ 296864 w 338138"/>
              <a:gd name="connsiteY3" fmla="*/ 231281 h 313831"/>
              <a:gd name="connsiteX4" fmla="*/ 288132 w 338138"/>
              <a:gd name="connsiteY4" fmla="*/ 223343 h 313831"/>
              <a:gd name="connsiteX5" fmla="*/ 261938 w 338138"/>
              <a:gd name="connsiteY5" fmla="*/ 223343 h 313831"/>
              <a:gd name="connsiteX6" fmla="*/ 254000 w 338138"/>
              <a:gd name="connsiteY6" fmla="*/ 231281 h 313831"/>
              <a:gd name="connsiteX7" fmla="*/ 261938 w 338138"/>
              <a:gd name="connsiteY7" fmla="*/ 239219 h 313831"/>
              <a:gd name="connsiteX8" fmla="*/ 269876 w 338138"/>
              <a:gd name="connsiteY8" fmla="*/ 231281 h 313831"/>
              <a:gd name="connsiteX9" fmla="*/ 261938 w 338138"/>
              <a:gd name="connsiteY9" fmla="*/ 223343 h 313831"/>
              <a:gd name="connsiteX10" fmla="*/ 116535 w 338138"/>
              <a:gd name="connsiteY10" fmla="*/ 45543 h 313831"/>
              <a:gd name="connsiteX11" fmla="*/ 141773 w 338138"/>
              <a:gd name="connsiteY11" fmla="*/ 88073 h 313831"/>
              <a:gd name="connsiteX12" fmla="*/ 108565 w 338138"/>
              <a:gd name="connsiteY12" fmla="*/ 102693 h 313831"/>
              <a:gd name="connsiteX13" fmla="*/ 87312 w 338138"/>
              <a:gd name="connsiteY13" fmla="*/ 74783 h 313831"/>
              <a:gd name="connsiteX14" fmla="*/ 116535 w 338138"/>
              <a:gd name="connsiteY14" fmla="*/ 45543 h 313831"/>
              <a:gd name="connsiteX15" fmla="*/ 254349 w 338138"/>
              <a:gd name="connsiteY15" fmla="*/ 30428 h 313831"/>
              <a:gd name="connsiteX16" fmla="*/ 275361 w 338138"/>
              <a:gd name="connsiteY16" fmla="*/ 48787 h 313831"/>
              <a:gd name="connsiteX17" fmla="*/ 255662 w 338138"/>
              <a:gd name="connsiteY17" fmla="*/ 85507 h 313831"/>
              <a:gd name="connsiteX18" fmla="*/ 266168 w 338138"/>
              <a:gd name="connsiteY18" fmla="*/ 89441 h 313831"/>
              <a:gd name="connsiteX19" fmla="*/ 289806 w 338138"/>
              <a:gd name="connsiteY19" fmla="*/ 80261 h 313831"/>
              <a:gd name="connsiteX20" fmla="*/ 287180 w 338138"/>
              <a:gd name="connsiteY20" fmla="*/ 109113 h 313831"/>
              <a:gd name="connsiteX21" fmla="*/ 225458 w 338138"/>
              <a:gd name="connsiteY21" fmla="*/ 111735 h 313831"/>
              <a:gd name="connsiteX22" fmla="*/ 92823 w 338138"/>
              <a:gd name="connsiteY22" fmla="*/ 166815 h 313831"/>
              <a:gd name="connsiteX23" fmla="*/ 75751 w 338138"/>
              <a:gd name="connsiteY23" fmla="*/ 127472 h 313831"/>
              <a:gd name="connsiteX24" fmla="*/ 208386 w 338138"/>
              <a:gd name="connsiteY24" fmla="*/ 72393 h 313831"/>
              <a:gd name="connsiteX25" fmla="*/ 242530 w 338138"/>
              <a:gd name="connsiteY25" fmla="*/ 33050 h 313831"/>
              <a:gd name="connsiteX26" fmla="*/ 254349 w 338138"/>
              <a:gd name="connsiteY26" fmla="*/ 30428 h 313831"/>
              <a:gd name="connsiteX27" fmla="*/ 186871 w 338138"/>
              <a:gd name="connsiteY27" fmla="*/ 24906 h 313831"/>
              <a:gd name="connsiteX28" fmla="*/ 231775 w 338138"/>
              <a:gd name="connsiteY28" fmla="*/ 24906 h 313831"/>
              <a:gd name="connsiteX29" fmla="*/ 207282 w 338138"/>
              <a:gd name="connsiteY29" fmla="*/ 48190 h 313831"/>
              <a:gd name="connsiteX30" fmla="*/ 201839 w 338138"/>
              <a:gd name="connsiteY30" fmla="*/ 59831 h 313831"/>
              <a:gd name="connsiteX31" fmla="*/ 184150 w 338138"/>
              <a:gd name="connsiteY31" fmla="*/ 45603 h 313831"/>
              <a:gd name="connsiteX32" fmla="*/ 186871 w 338138"/>
              <a:gd name="connsiteY32" fmla="*/ 24906 h 313831"/>
              <a:gd name="connsiteX33" fmla="*/ 18492 w 338138"/>
              <a:gd name="connsiteY33" fmla="*/ 24906 h 313831"/>
              <a:gd name="connsiteX34" fmla="*/ 43588 w 338138"/>
              <a:gd name="connsiteY34" fmla="*/ 24906 h 313831"/>
              <a:gd name="connsiteX35" fmla="*/ 46230 w 338138"/>
              <a:gd name="connsiteY35" fmla="*/ 46015 h 313831"/>
              <a:gd name="connsiteX36" fmla="*/ 29059 w 338138"/>
              <a:gd name="connsiteY36" fmla="*/ 63166 h 313831"/>
              <a:gd name="connsiteX37" fmla="*/ 31700 w 338138"/>
              <a:gd name="connsiteY37" fmla="*/ 96148 h 313831"/>
              <a:gd name="connsiteX38" fmla="*/ 31700 w 338138"/>
              <a:gd name="connsiteY38" fmla="*/ 206969 h 313831"/>
              <a:gd name="connsiteX39" fmla="*/ 39626 w 338138"/>
              <a:gd name="connsiteY39" fmla="*/ 214884 h 313831"/>
              <a:gd name="connsiteX40" fmla="*/ 298512 w 338138"/>
              <a:gd name="connsiteY40" fmla="*/ 214884 h 313831"/>
              <a:gd name="connsiteX41" fmla="*/ 306438 w 338138"/>
              <a:gd name="connsiteY41" fmla="*/ 206969 h 313831"/>
              <a:gd name="connsiteX42" fmla="*/ 306438 w 338138"/>
              <a:gd name="connsiteY42" fmla="*/ 104064 h 313831"/>
              <a:gd name="connsiteX43" fmla="*/ 306438 w 338138"/>
              <a:gd name="connsiteY43" fmla="*/ 77678 h 313831"/>
              <a:gd name="connsiteX44" fmla="*/ 274737 w 338138"/>
              <a:gd name="connsiteY44" fmla="*/ 61846 h 313831"/>
              <a:gd name="connsiteX45" fmla="*/ 281341 w 338138"/>
              <a:gd name="connsiteY45" fmla="*/ 59208 h 313831"/>
              <a:gd name="connsiteX46" fmla="*/ 280021 w 338138"/>
              <a:gd name="connsiteY46" fmla="*/ 24906 h 313831"/>
              <a:gd name="connsiteX47" fmla="*/ 319646 w 338138"/>
              <a:gd name="connsiteY47" fmla="*/ 24906 h 313831"/>
              <a:gd name="connsiteX48" fmla="*/ 338138 w 338138"/>
              <a:gd name="connsiteY48" fmla="*/ 43376 h 313831"/>
              <a:gd name="connsiteX49" fmla="*/ 338138 w 338138"/>
              <a:gd name="connsiteY49" fmla="*/ 234674 h 313831"/>
              <a:gd name="connsiteX50" fmla="*/ 319646 w 338138"/>
              <a:gd name="connsiteY50" fmla="*/ 251825 h 313831"/>
              <a:gd name="connsiteX51" fmla="*/ 200769 w 338138"/>
              <a:gd name="connsiteY51" fmla="*/ 251825 h 313831"/>
              <a:gd name="connsiteX52" fmla="*/ 216620 w 338138"/>
              <a:gd name="connsiteY52" fmla="*/ 290084 h 313831"/>
              <a:gd name="connsiteX53" fmla="*/ 224545 w 338138"/>
              <a:gd name="connsiteY53" fmla="*/ 290084 h 313831"/>
              <a:gd name="connsiteX54" fmla="*/ 235112 w 338138"/>
              <a:gd name="connsiteY54" fmla="*/ 301958 h 313831"/>
              <a:gd name="connsiteX55" fmla="*/ 224545 w 338138"/>
              <a:gd name="connsiteY55" fmla="*/ 313831 h 313831"/>
              <a:gd name="connsiteX56" fmla="*/ 113593 w 338138"/>
              <a:gd name="connsiteY56" fmla="*/ 313831 h 313831"/>
              <a:gd name="connsiteX57" fmla="*/ 103026 w 338138"/>
              <a:gd name="connsiteY57" fmla="*/ 301958 h 313831"/>
              <a:gd name="connsiteX58" fmla="*/ 113593 w 338138"/>
              <a:gd name="connsiteY58" fmla="*/ 290084 h 313831"/>
              <a:gd name="connsiteX59" fmla="*/ 121518 w 338138"/>
              <a:gd name="connsiteY59" fmla="*/ 290084 h 313831"/>
              <a:gd name="connsiteX60" fmla="*/ 137369 w 338138"/>
              <a:gd name="connsiteY60" fmla="*/ 251825 h 313831"/>
              <a:gd name="connsiteX61" fmla="*/ 18492 w 338138"/>
              <a:gd name="connsiteY61" fmla="*/ 251825 h 313831"/>
              <a:gd name="connsiteX62" fmla="*/ 0 w 338138"/>
              <a:gd name="connsiteY62" fmla="*/ 234674 h 313831"/>
              <a:gd name="connsiteX63" fmla="*/ 0 w 338138"/>
              <a:gd name="connsiteY63" fmla="*/ 43376 h 313831"/>
              <a:gd name="connsiteX64" fmla="*/ 18492 w 338138"/>
              <a:gd name="connsiteY64" fmla="*/ 24906 h 313831"/>
              <a:gd name="connsiteX65" fmla="*/ 109666 w 338138"/>
              <a:gd name="connsiteY65" fmla="*/ 1 h 313831"/>
              <a:gd name="connsiteX66" fmla="*/ 126932 w 338138"/>
              <a:gd name="connsiteY66" fmla="*/ 267 h 313831"/>
              <a:gd name="connsiteX67" fmla="*/ 133580 w 338138"/>
              <a:gd name="connsiteY67" fmla="*/ 18637 h 313831"/>
              <a:gd name="connsiteX68" fmla="*/ 144218 w 338138"/>
              <a:gd name="connsiteY68" fmla="*/ 22573 h 313831"/>
              <a:gd name="connsiteX69" fmla="*/ 177460 w 338138"/>
              <a:gd name="connsiteY69" fmla="*/ 29134 h 313831"/>
              <a:gd name="connsiteX70" fmla="*/ 168152 w 338138"/>
              <a:gd name="connsiteY70" fmla="*/ 47504 h 313831"/>
              <a:gd name="connsiteX71" fmla="*/ 173471 w 338138"/>
              <a:gd name="connsiteY71" fmla="*/ 58001 h 313831"/>
              <a:gd name="connsiteX72" fmla="*/ 192087 w 338138"/>
              <a:gd name="connsiteY72" fmla="*/ 67186 h 313831"/>
              <a:gd name="connsiteX73" fmla="*/ 154855 w 338138"/>
              <a:gd name="connsiteY73" fmla="*/ 82931 h 313831"/>
              <a:gd name="connsiteX74" fmla="*/ 116294 w 338138"/>
              <a:gd name="connsiteY74" fmla="*/ 35695 h 313831"/>
              <a:gd name="connsiteX75" fmla="*/ 76403 w 338138"/>
              <a:gd name="connsiteY75" fmla="*/ 75059 h 313831"/>
              <a:gd name="connsiteX76" fmla="*/ 93689 w 338138"/>
              <a:gd name="connsiteY76" fmla="*/ 107862 h 313831"/>
              <a:gd name="connsiteX77" fmla="*/ 59117 w 338138"/>
              <a:gd name="connsiteY77" fmla="*/ 124919 h 313831"/>
              <a:gd name="connsiteX78" fmla="*/ 63106 w 338138"/>
              <a:gd name="connsiteY78" fmla="*/ 102613 h 313831"/>
              <a:gd name="connsiteX79" fmla="*/ 59117 w 338138"/>
              <a:gd name="connsiteY79" fmla="*/ 92116 h 313831"/>
              <a:gd name="connsiteX80" fmla="*/ 40501 w 338138"/>
              <a:gd name="connsiteY80" fmla="*/ 63249 h 313831"/>
              <a:gd name="connsiteX81" fmla="*/ 59117 w 338138"/>
              <a:gd name="connsiteY81" fmla="*/ 58001 h 313831"/>
              <a:gd name="connsiteX82" fmla="*/ 63106 w 338138"/>
              <a:gd name="connsiteY82" fmla="*/ 47504 h 313831"/>
              <a:gd name="connsiteX83" fmla="*/ 69755 w 338138"/>
              <a:gd name="connsiteY83" fmla="*/ 14700 h 313831"/>
              <a:gd name="connsiteX84" fmla="*/ 88370 w 338138"/>
              <a:gd name="connsiteY84" fmla="*/ 22573 h 313831"/>
              <a:gd name="connsiteX85" fmla="*/ 99008 w 338138"/>
              <a:gd name="connsiteY85" fmla="*/ 18637 h 313831"/>
              <a:gd name="connsiteX86" fmla="*/ 109666 w 338138"/>
              <a:gd name="connsiteY86" fmla="*/ 1 h 31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8138" h="313831">
                <a:moveTo>
                  <a:pt x="288132" y="223343"/>
                </a:moveTo>
                <a:cubicBezTo>
                  <a:pt x="283309" y="223343"/>
                  <a:pt x="279400" y="226897"/>
                  <a:pt x="279400" y="231281"/>
                </a:cubicBezTo>
                <a:cubicBezTo>
                  <a:pt x="279400" y="235665"/>
                  <a:pt x="283309" y="239219"/>
                  <a:pt x="288132" y="239219"/>
                </a:cubicBezTo>
                <a:cubicBezTo>
                  <a:pt x="292955" y="239219"/>
                  <a:pt x="296864" y="235665"/>
                  <a:pt x="296864" y="231281"/>
                </a:cubicBezTo>
                <a:cubicBezTo>
                  <a:pt x="296864" y="226897"/>
                  <a:pt x="292955" y="223343"/>
                  <a:pt x="288132" y="223343"/>
                </a:cubicBezTo>
                <a:close/>
                <a:moveTo>
                  <a:pt x="261938" y="223343"/>
                </a:moveTo>
                <a:cubicBezTo>
                  <a:pt x="257554" y="223343"/>
                  <a:pt x="254000" y="226897"/>
                  <a:pt x="254000" y="231281"/>
                </a:cubicBezTo>
                <a:cubicBezTo>
                  <a:pt x="254000" y="235665"/>
                  <a:pt x="257554" y="239219"/>
                  <a:pt x="261938" y="239219"/>
                </a:cubicBezTo>
                <a:cubicBezTo>
                  <a:pt x="266322" y="239219"/>
                  <a:pt x="269876" y="235665"/>
                  <a:pt x="269876" y="231281"/>
                </a:cubicBezTo>
                <a:cubicBezTo>
                  <a:pt x="269876" y="226897"/>
                  <a:pt x="266322" y="223343"/>
                  <a:pt x="261938" y="223343"/>
                </a:cubicBezTo>
                <a:close/>
                <a:moveTo>
                  <a:pt x="116535" y="45543"/>
                </a:moveTo>
                <a:cubicBezTo>
                  <a:pt x="137788" y="45543"/>
                  <a:pt x="152400" y="68137"/>
                  <a:pt x="141773" y="88073"/>
                </a:cubicBezTo>
                <a:cubicBezTo>
                  <a:pt x="141773" y="88073"/>
                  <a:pt x="141773" y="88073"/>
                  <a:pt x="108565" y="102693"/>
                </a:cubicBezTo>
                <a:cubicBezTo>
                  <a:pt x="96610" y="98706"/>
                  <a:pt x="87312" y="88073"/>
                  <a:pt x="87312" y="74783"/>
                </a:cubicBezTo>
                <a:cubicBezTo>
                  <a:pt x="87312" y="58834"/>
                  <a:pt x="100595" y="45543"/>
                  <a:pt x="116535" y="45543"/>
                </a:cubicBezTo>
                <a:close/>
                <a:moveTo>
                  <a:pt x="254349" y="30428"/>
                </a:moveTo>
                <a:cubicBezTo>
                  <a:pt x="271421" y="26493"/>
                  <a:pt x="284553" y="44853"/>
                  <a:pt x="275361" y="48787"/>
                </a:cubicBezTo>
                <a:cubicBezTo>
                  <a:pt x="242530" y="63213"/>
                  <a:pt x="243843" y="57967"/>
                  <a:pt x="255662" y="85507"/>
                </a:cubicBezTo>
                <a:cubicBezTo>
                  <a:pt x="256976" y="89441"/>
                  <a:pt x="262228" y="92064"/>
                  <a:pt x="266168" y="89441"/>
                </a:cubicBezTo>
                <a:cubicBezTo>
                  <a:pt x="266168" y="89441"/>
                  <a:pt x="266168" y="89441"/>
                  <a:pt x="289806" y="80261"/>
                </a:cubicBezTo>
                <a:cubicBezTo>
                  <a:pt x="297685" y="76327"/>
                  <a:pt x="301625" y="99933"/>
                  <a:pt x="287180" y="109113"/>
                </a:cubicBezTo>
                <a:cubicBezTo>
                  <a:pt x="260915" y="124850"/>
                  <a:pt x="259602" y="123538"/>
                  <a:pt x="225458" y="111735"/>
                </a:cubicBezTo>
                <a:cubicBezTo>
                  <a:pt x="225458" y="111735"/>
                  <a:pt x="225458" y="111735"/>
                  <a:pt x="92823" y="166815"/>
                </a:cubicBezTo>
                <a:cubicBezTo>
                  <a:pt x="66559" y="177306"/>
                  <a:pt x="50800" y="137964"/>
                  <a:pt x="75751" y="127472"/>
                </a:cubicBezTo>
                <a:cubicBezTo>
                  <a:pt x="75751" y="127472"/>
                  <a:pt x="75751" y="127472"/>
                  <a:pt x="208386" y="72393"/>
                </a:cubicBezTo>
                <a:cubicBezTo>
                  <a:pt x="217579" y="54033"/>
                  <a:pt x="222832" y="38296"/>
                  <a:pt x="242530" y="33050"/>
                </a:cubicBezTo>
                <a:cubicBezTo>
                  <a:pt x="242530" y="33050"/>
                  <a:pt x="242530" y="33050"/>
                  <a:pt x="254349" y="30428"/>
                </a:cubicBezTo>
                <a:close/>
                <a:moveTo>
                  <a:pt x="186871" y="24906"/>
                </a:moveTo>
                <a:cubicBezTo>
                  <a:pt x="186871" y="24906"/>
                  <a:pt x="186871" y="24906"/>
                  <a:pt x="231775" y="24906"/>
                </a:cubicBezTo>
                <a:cubicBezTo>
                  <a:pt x="220889" y="30080"/>
                  <a:pt x="212725" y="37841"/>
                  <a:pt x="207282" y="48190"/>
                </a:cubicBezTo>
                <a:cubicBezTo>
                  <a:pt x="207282" y="48190"/>
                  <a:pt x="207282" y="48190"/>
                  <a:pt x="201839" y="59831"/>
                </a:cubicBezTo>
                <a:cubicBezTo>
                  <a:pt x="200479" y="52070"/>
                  <a:pt x="193675" y="45603"/>
                  <a:pt x="184150" y="45603"/>
                </a:cubicBezTo>
                <a:cubicBezTo>
                  <a:pt x="190954" y="39135"/>
                  <a:pt x="190954" y="31374"/>
                  <a:pt x="186871" y="24906"/>
                </a:cubicBezTo>
                <a:close/>
                <a:moveTo>
                  <a:pt x="18492" y="24906"/>
                </a:moveTo>
                <a:cubicBezTo>
                  <a:pt x="18492" y="24906"/>
                  <a:pt x="18492" y="24906"/>
                  <a:pt x="43588" y="24906"/>
                </a:cubicBezTo>
                <a:cubicBezTo>
                  <a:pt x="39626" y="32822"/>
                  <a:pt x="40946" y="40738"/>
                  <a:pt x="46230" y="46015"/>
                </a:cubicBezTo>
                <a:cubicBezTo>
                  <a:pt x="36984" y="46015"/>
                  <a:pt x="29059" y="53931"/>
                  <a:pt x="29059" y="63166"/>
                </a:cubicBezTo>
                <a:cubicBezTo>
                  <a:pt x="29059" y="82955"/>
                  <a:pt x="27738" y="89552"/>
                  <a:pt x="31700" y="96148"/>
                </a:cubicBezTo>
                <a:cubicBezTo>
                  <a:pt x="31700" y="96148"/>
                  <a:pt x="31700" y="96148"/>
                  <a:pt x="31700" y="206969"/>
                </a:cubicBezTo>
                <a:cubicBezTo>
                  <a:pt x="31700" y="210926"/>
                  <a:pt x="35663" y="214884"/>
                  <a:pt x="39626" y="214884"/>
                </a:cubicBezTo>
                <a:cubicBezTo>
                  <a:pt x="39626" y="214884"/>
                  <a:pt x="39626" y="214884"/>
                  <a:pt x="298512" y="214884"/>
                </a:cubicBezTo>
                <a:cubicBezTo>
                  <a:pt x="302475" y="214884"/>
                  <a:pt x="306438" y="210926"/>
                  <a:pt x="306438" y="206969"/>
                </a:cubicBezTo>
                <a:cubicBezTo>
                  <a:pt x="306438" y="206969"/>
                  <a:pt x="306438" y="206969"/>
                  <a:pt x="306438" y="104064"/>
                </a:cubicBezTo>
                <a:cubicBezTo>
                  <a:pt x="309079" y="96148"/>
                  <a:pt x="310400" y="86913"/>
                  <a:pt x="306438" y="77678"/>
                </a:cubicBezTo>
                <a:cubicBezTo>
                  <a:pt x="306438" y="59208"/>
                  <a:pt x="306438" y="61846"/>
                  <a:pt x="274737" y="61846"/>
                </a:cubicBezTo>
                <a:cubicBezTo>
                  <a:pt x="274737" y="61846"/>
                  <a:pt x="274737" y="61846"/>
                  <a:pt x="281341" y="59208"/>
                </a:cubicBezTo>
                <a:cubicBezTo>
                  <a:pt x="293229" y="53931"/>
                  <a:pt x="294550" y="38099"/>
                  <a:pt x="280021" y="24906"/>
                </a:cubicBezTo>
                <a:cubicBezTo>
                  <a:pt x="280021" y="24906"/>
                  <a:pt x="280021" y="24906"/>
                  <a:pt x="319646" y="24906"/>
                </a:cubicBezTo>
                <a:cubicBezTo>
                  <a:pt x="330213" y="24906"/>
                  <a:pt x="338138" y="34141"/>
                  <a:pt x="338138" y="43376"/>
                </a:cubicBezTo>
                <a:cubicBezTo>
                  <a:pt x="338138" y="43376"/>
                  <a:pt x="338138" y="43376"/>
                  <a:pt x="338138" y="234674"/>
                </a:cubicBezTo>
                <a:cubicBezTo>
                  <a:pt x="338138" y="243909"/>
                  <a:pt x="330213" y="251825"/>
                  <a:pt x="319646" y="251825"/>
                </a:cubicBezTo>
                <a:cubicBezTo>
                  <a:pt x="319646" y="251825"/>
                  <a:pt x="319646" y="251825"/>
                  <a:pt x="200769" y="251825"/>
                </a:cubicBezTo>
                <a:cubicBezTo>
                  <a:pt x="200769" y="251825"/>
                  <a:pt x="200769" y="251825"/>
                  <a:pt x="216620" y="290084"/>
                </a:cubicBezTo>
                <a:cubicBezTo>
                  <a:pt x="216620" y="290084"/>
                  <a:pt x="216620" y="290084"/>
                  <a:pt x="224545" y="290084"/>
                </a:cubicBezTo>
                <a:cubicBezTo>
                  <a:pt x="229828" y="290084"/>
                  <a:pt x="235112" y="295361"/>
                  <a:pt x="235112" y="301958"/>
                </a:cubicBezTo>
                <a:cubicBezTo>
                  <a:pt x="235112" y="308554"/>
                  <a:pt x="229828" y="313831"/>
                  <a:pt x="224545" y="313831"/>
                </a:cubicBezTo>
                <a:cubicBezTo>
                  <a:pt x="224545" y="313831"/>
                  <a:pt x="224545" y="313831"/>
                  <a:pt x="113593" y="313831"/>
                </a:cubicBezTo>
                <a:cubicBezTo>
                  <a:pt x="108310" y="313831"/>
                  <a:pt x="103026" y="308554"/>
                  <a:pt x="103026" y="301958"/>
                </a:cubicBezTo>
                <a:cubicBezTo>
                  <a:pt x="103026" y="295361"/>
                  <a:pt x="108310" y="290084"/>
                  <a:pt x="113593" y="290084"/>
                </a:cubicBezTo>
                <a:cubicBezTo>
                  <a:pt x="113593" y="290084"/>
                  <a:pt x="113593" y="290084"/>
                  <a:pt x="121518" y="290084"/>
                </a:cubicBezTo>
                <a:cubicBezTo>
                  <a:pt x="121518" y="290084"/>
                  <a:pt x="121518" y="290084"/>
                  <a:pt x="137369" y="251825"/>
                </a:cubicBezTo>
                <a:cubicBezTo>
                  <a:pt x="137369" y="251825"/>
                  <a:pt x="137369" y="251825"/>
                  <a:pt x="18492" y="251825"/>
                </a:cubicBezTo>
                <a:cubicBezTo>
                  <a:pt x="7925" y="251825"/>
                  <a:pt x="0" y="243909"/>
                  <a:pt x="0" y="234674"/>
                </a:cubicBezTo>
                <a:cubicBezTo>
                  <a:pt x="0" y="234674"/>
                  <a:pt x="0" y="234674"/>
                  <a:pt x="0" y="43376"/>
                </a:cubicBezTo>
                <a:cubicBezTo>
                  <a:pt x="0" y="34141"/>
                  <a:pt x="7925" y="24906"/>
                  <a:pt x="18492" y="24906"/>
                </a:cubicBezTo>
                <a:close/>
                <a:moveTo>
                  <a:pt x="109666" y="1"/>
                </a:moveTo>
                <a:cubicBezTo>
                  <a:pt x="113718" y="21"/>
                  <a:pt x="119286" y="267"/>
                  <a:pt x="126932" y="267"/>
                </a:cubicBezTo>
                <a:cubicBezTo>
                  <a:pt x="134910" y="267"/>
                  <a:pt x="133580" y="10764"/>
                  <a:pt x="133580" y="18637"/>
                </a:cubicBezTo>
                <a:cubicBezTo>
                  <a:pt x="137569" y="19949"/>
                  <a:pt x="140229" y="21261"/>
                  <a:pt x="144218" y="22573"/>
                </a:cubicBezTo>
                <a:cubicBezTo>
                  <a:pt x="158845" y="6828"/>
                  <a:pt x="154855" y="8140"/>
                  <a:pt x="177460" y="29134"/>
                </a:cubicBezTo>
                <a:cubicBezTo>
                  <a:pt x="182779" y="35695"/>
                  <a:pt x="174801" y="40943"/>
                  <a:pt x="168152" y="47504"/>
                </a:cubicBezTo>
                <a:cubicBezTo>
                  <a:pt x="170812" y="50128"/>
                  <a:pt x="172142" y="54065"/>
                  <a:pt x="173471" y="58001"/>
                </a:cubicBezTo>
                <a:cubicBezTo>
                  <a:pt x="188098" y="58001"/>
                  <a:pt x="192087" y="55377"/>
                  <a:pt x="192087" y="67186"/>
                </a:cubicBezTo>
                <a:cubicBezTo>
                  <a:pt x="192087" y="67186"/>
                  <a:pt x="192087" y="67186"/>
                  <a:pt x="154855" y="82931"/>
                </a:cubicBezTo>
                <a:cubicBezTo>
                  <a:pt x="160174" y="58001"/>
                  <a:pt x="140229" y="35695"/>
                  <a:pt x="116294" y="35695"/>
                </a:cubicBezTo>
                <a:cubicBezTo>
                  <a:pt x="93689" y="35695"/>
                  <a:pt x="76403" y="52753"/>
                  <a:pt x="76403" y="75059"/>
                </a:cubicBezTo>
                <a:cubicBezTo>
                  <a:pt x="76403" y="88180"/>
                  <a:pt x="83052" y="101301"/>
                  <a:pt x="93689" y="107862"/>
                </a:cubicBezTo>
                <a:cubicBezTo>
                  <a:pt x="73744" y="117047"/>
                  <a:pt x="67095" y="118359"/>
                  <a:pt x="59117" y="124919"/>
                </a:cubicBezTo>
                <a:cubicBezTo>
                  <a:pt x="48479" y="114422"/>
                  <a:pt x="49809" y="115734"/>
                  <a:pt x="63106" y="102613"/>
                </a:cubicBezTo>
                <a:cubicBezTo>
                  <a:pt x="61776" y="98677"/>
                  <a:pt x="60447" y="96053"/>
                  <a:pt x="59117" y="92116"/>
                </a:cubicBezTo>
                <a:cubicBezTo>
                  <a:pt x="36512" y="92116"/>
                  <a:pt x="40501" y="94740"/>
                  <a:pt x="40501" y="63249"/>
                </a:cubicBezTo>
                <a:cubicBezTo>
                  <a:pt x="40501" y="55377"/>
                  <a:pt x="51139" y="58001"/>
                  <a:pt x="59117" y="58001"/>
                </a:cubicBezTo>
                <a:cubicBezTo>
                  <a:pt x="60447" y="54065"/>
                  <a:pt x="61776" y="50128"/>
                  <a:pt x="63106" y="47504"/>
                </a:cubicBezTo>
                <a:cubicBezTo>
                  <a:pt x="47150" y="31759"/>
                  <a:pt x="48479" y="35695"/>
                  <a:pt x="69755" y="14700"/>
                </a:cubicBezTo>
                <a:cubicBezTo>
                  <a:pt x="76403" y="8140"/>
                  <a:pt x="81722" y="17325"/>
                  <a:pt x="88370" y="22573"/>
                </a:cubicBezTo>
                <a:cubicBezTo>
                  <a:pt x="91030" y="21261"/>
                  <a:pt x="95019" y="19949"/>
                  <a:pt x="99008" y="18637"/>
                </a:cubicBezTo>
                <a:cubicBezTo>
                  <a:pt x="99008" y="1907"/>
                  <a:pt x="97512" y="-61"/>
                  <a:pt x="109666" y="1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298425" y="2603570"/>
            <a:ext cx="2796273" cy="2051685"/>
            <a:chOff x="-853687" y="2718699"/>
            <a:chExt cx="2796273" cy="2051685"/>
          </a:xfrm>
        </p:grpSpPr>
        <p:sp>
          <p:nvSpPr>
            <p:cNvPr id="42" name="文本框 41"/>
            <p:cNvSpPr txBox="1"/>
            <p:nvPr/>
          </p:nvSpPr>
          <p:spPr>
            <a:xfrm>
              <a:off x="-853687" y="3166374"/>
              <a:ext cx="1900555" cy="16040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30 条自动化测试</a:t>
              </a:r>
              <a:endParaRPr sz="1400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100% 执行完成</a:t>
              </a:r>
              <a:endParaRPr sz="1400" b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一键脚本与 README</a:t>
              </a:r>
              <a:endParaRPr lang="en-US" altLang="zh-CN" sz="1400" dirty="0">
                <a:solidFill>
                  <a:srgbClr val="18243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-292981" y="2718699"/>
              <a:ext cx="2235567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>
                  <a:solidFill>
                    <a:srgbClr val="2B855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已完成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7"/>
            </p:custDataLst>
          </p:nvPr>
        </p:nvGrpSpPr>
        <p:grpSpPr>
          <a:xfrm>
            <a:off x="4867125" y="2713746"/>
            <a:ext cx="2966425" cy="1508349"/>
            <a:chOff x="-1155947" y="2746004"/>
            <a:chExt cx="2966425" cy="1508349"/>
          </a:xfrm>
        </p:grpSpPr>
        <p:sp>
          <p:nvSpPr>
            <p:cNvPr id="46" name="文本框 45"/>
            <p:cNvSpPr txBox="1"/>
            <p:nvPr>
              <p:custDataLst>
                <p:tags r:id="rId8"/>
              </p:custDataLst>
            </p:nvPr>
          </p:nvSpPr>
          <p:spPr>
            <a:xfrm>
              <a:off x="-1155947" y="3193903"/>
              <a:ext cx="2966425" cy="1060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DEF-001 待修复</a:t>
              </a:r>
              <a:endParaRPr sz="1400" b="0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DEF-002 已关闭</a:t>
              </a:r>
              <a:endParaRPr sz="1400" b="0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DEF-003 已关闭</a:t>
              </a:r>
              <a:endParaRPr lang="en-US" altLang="zh-CN" sz="1400" dirty="0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9"/>
              </p:custDataLst>
            </p:nvPr>
          </p:nvSpPr>
          <p:spPr>
            <a:xfrm>
              <a:off x="-790186" y="2746004"/>
              <a:ext cx="2235567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>
                <a:defRPr sz="2025" b="1">
                  <a:solidFill>
                    <a:srgbClr val="E88A2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600">
                  <a:solidFill>
                    <a:srgbClr val="E88A2D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缺陷状态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51" name="组合 50"/>
          <p:cNvGrpSpPr/>
          <p:nvPr>
            <p:custDataLst>
              <p:tags r:id="rId10"/>
            </p:custDataLst>
          </p:nvPr>
        </p:nvGrpSpPr>
        <p:grpSpPr>
          <a:xfrm>
            <a:off x="8637120" y="2710259"/>
            <a:ext cx="2966425" cy="1505174"/>
            <a:chOff x="2148593" y="1013089"/>
            <a:chExt cx="2966425" cy="1505174"/>
          </a:xfrm>
        </p:grpSpPr>
        <p:sp>
          <p:nvSpPr>
            <p:cNvPr id="52" name="文本框 51"/>
            <p:cNvSpPr txBox="1"/>
            <p:nvPr>
              <p:custDataLst>
                <p:tags r:id="rId11"/>
              </p:custDataLst>
            </p:nvPr>
          </p:nvSpPr>
          <p:spPr>
            <a:xfrm>
              <a:off x="2148593" y="1457813"/>
              <a:ext cx="2966425" cy="1060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当前不判定为完全通过</a:t>
              </a:r>
              <a:endParaRPr sz="1400" b="0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修复缩放问题后</a:t>
              </a:r>
              <a:endParaRPr sz="1400" b="0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725" b="0">
                  <a:solidFill>
                    <a:srgbClr val="18243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sz="1400">
                  <a:solidFill>
                    <a:srgbClr val="1824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重新执行 DR-01 ～ DR-30</a:t>
              </a:r>
              <a:endParaRPr lang="en-US" altLang="zh-CN" sz="1400" dirty="0">
                <a:solidFill>
                  <a:srgbClr val="1824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2"/>
              </p:custDataLst>
            </p:nvPr>
          </p:nvSpPr>
          <p:spPr>
            <a:xfrm>
              <a:off x="2620399" y="1013089"/>
              <a:ext cx="2235567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>
                  <a:solidFill>
                    <a:srgbClr val="C13A3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        </a:t>
              </a:r>
              <a:r>
                <a:rPr>
                  <a:solidFill>
                    <a:srgbClr val="C13A3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发布判断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任意多边形: 形状 58" descr="D:\51PPT模板网\51pptmoban.com\图片.jpg"/>
          <p:cNvSpPr/>
          <p:nvPr/>
        </p:nvSpPr>
        <p:spPr>
          <a:xfrm flipH="1">
            <a:off x="79428" y="3810012"/>
            <a:ext cx="12111775" cy="2135092"/>
          </a:xfrm>
          <a:custGeom>
            <a:avLst/>
            <a:gdLst>
              <a:gd name="csX0" fmla="*/ 0 w 2478836"/>
              <a:gd name="csY0" fmla="*/ 84541 h 436975"/>
              <a:gd name="csX1" fmla="*/ 1129426 w 2478836"/>
              <a:gd name="csY1" fmla="*/ 170901 h 436975"/>
              <a:gd name="csX2" fmla="*/ 1942673 w 2478836"/>
              <a:gd name="csY2" fmla="*/ 436565 h 436975"/>
              <a:gd name="csX3" fmla="*/ 2478837 w 2478836"/>
              <a:gd name="csY3" fmla="*/ 258928 h 436975"/>
              <a:gd name="csX4" fmla="*/ 1903537 w 2478836"/>
              <a:gd name="csY4" fmla="*/ 371378 h 436975"/>
              <a:gd name="csX5" fmla="*/ 997387 w 2478836"/>
              <a:gd name="csY5" fmla="*/ 78039 h 436975"/>
              <a:gd name="csX6" fmla="*/ 0 w 2478836"/>
              <a:gd name="csY6" fmla="*/ 84541 h 43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78836" h="436975">
                <a:moveTo>
                  <a:pt x="0" y="84541"/>
                </a:moveTo>
                <a:cubicBezTo>
                  <a:pt x="0" y="84541"/>
                  <a:pt x="510926" y="-95575"/>
                  <a:pt x="1129426" y="170901"/>
                </a:cubicBezTo>
                <a:cubicBezTo>
                  <a:pt x="1506403" y="333299"/>
                  <a:pt x="1668882" y="430022"/>
                  <a:pt x="1942673" y="436565"/>
                </a:cubicBezTo>
                <a:cubicBezTo>
                  <a:pt x="2376912" y="446888"/>
                  <a:pt x="2478837" y="258928"/>
                  <a:pt x="2478837" y="258928"/>
                </a:cubicBezTo>
                <a:cubicBezTo>
                  <a:pt x="2478837" y="258928"/>
                  <a:pt x="2356633" y="420268"/>
                  <a:pt x="1903537" y="371378"/>
                </a:cubicBezTo>
                <a:cubicBezTo>
                  <a:pt x="1656202" y="344678"/>
                  <a:pt x="1478849" y="239502"/>
                  <a:pt x="997387" y="78039"/>
                </a:cubicBezTo>
                <a:cubicBezTo>
                  <a:pt x="462849" y="-101265"/>
                  <a:pt x="0" y="84541"/>
                  <a:pt x="0" y="84541"/>
                </a:cubicBezTo>
                <a:close/>
              </a:path>
            </a:pathLst>
          </a:custGeom>
          <a:solidFill>
            <a:srgbClr val="C4C0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" name="任意多边形: 形状 61"/>
          <p:cNvSpPr/>
          <p:nvPr/>
        </p:nvSpPr>
        <p:spPr>
          <a:xfrm flipH="1">
            <a:off x="0" y="4206474"/>
            <a:ext cx="12192000" cy="2651526"/>
          </a:xfrm>
          <a:custGeom>
            <a:avLst/>
            <a:gdLst>
              <a:gd name="csX0" fmla="*/ 2339665 w 12192000"/>
              <a:gd name="csY0" fmla="*/ 77 h 2651526"/>
              <a:gd name="csX1" fmla="*/ 2944200 w 12192000"/>
              <a:gd name="csY1" fmla="*/ 24161 h 2651526"/>
              <a:gd name="csX2" fmla="*/ 8504556 w 12192000"/>
              <a:gd name="csY2" fmla="*/ 1911768 h 2651526"/>
              <a:gd name="csX3" fmla="*/ 12191607 w 12192000"/>
              <a:gd name="csY3" fmla="*/ 1169911 h 2651526"/>
              <a:gd name="csX4" fmla="*/ 12191999 w 12192000"/>
              <a:gd name="csY4" fmla="*/ 1453355 h 2651526"/>
              <a:gd name="csX5" fmla="*/ 12191999 w 12192000"/>
              <a:gd name="csY5" fmla="*/ 1456249 h 2651526"/>
              <a:gd name="csX6" fmla="*/ 12187926 w 12192000"/>
              <a:gd name="csY6" fmla="*/ 1461081 h 2651526"/>
              <a:gd name="csX7" fmla="*/ 12191598 w 12192000"/>
              <a:gd name="csY7" fmla="*/ 1469590 h 2651526"/>
              <a:gd name="csX8" fmla="*/ 12192000 w 12192000"/>
              <a:gd name="csY8" fmla="*/ 1469873 h 2651526"/>
              <a:gd name="csX9" fmla="*/ 12192000 w 12192000"/>
              <a:gd name="csY9" fmla="*/ 2651526 h 2651526"/>
              <a:gd name="csX10" fmla="*/ 0 w 12192000"/>
              <a:gd name="csY10" fmla="*/ 2651526 h 2651526"/>
              <a:gd name="csX11" fmla="*/ 0 w 12192000"/>
              <a:gd name="csY11" fmla="*/ 441979 h 2651526"/>
              <a:gd name="csX12" fmla="*/ 2979 w 12192000"/>
              <a:gd name="csY12" fmla="*/ 438378 h 2651526"/>
              <a:gd name="csX13" fmla="*/ 2979 w 12192000"/>
              <a:gd name="csY13" fmla="*/ 311491 h 2651526"/>
              <a:gd name="csX14" fmla="*/ 2339665 w 12192000"/>
              <a:gd name="csY14" fmla="*/ 77 h 2651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2192000" h="2651526">
                <a:moveTo>
                  <a:pt x="2339665" y="77"/>
                </a:moveTo>
                <a:cubicBezTo>
                  <a:pt x="2533935" y="894"/>
                  <a:pt x="2736024" y="8300"/>
                  <a:pt x="2944200" y="24161"/>
                </a:cubicBezTo>
                <a:cubicBezTo>
                  <a:pt x="4609605" y="151047"/>
                  <a:pt x="6486291" y="1418123"/>
                  <a:pt x="8504556" y="1911768"/>
                </a:cubicBezTo>
                <a:cubicBezTo>
                  <a:pt x="10522822" y="2405212"/>
                  <a:pt x="12191607" y="1169911"/>
                  <a:pt x="12191607" y="1169911"/>
                </a:cubicBezTo>
                <a:cubicBezTo>
                  <a:pt x="12191738" y="1264392"/>
                  <a:pt x="12191868" y="1358874"/>
                  <a:pt x="12191999" y="1453355"/>
                </a:cubicBezTo>
                <a:lnTo>
                  <a:pt x="12191999" y="1456249"/>
                </a:lnTo>
                <a:lnTo>
                  <a:pt x="12187926" y="1461081"/>
                </a:lnTo>
                <a:cubicBezTo>
                  <a:pt x="12186318" y="1462976"/>
                  <a:pt x="12187610" y="1465828"/>
                  <a:pt x="12191598" y="1469590"/>
                </a:cubicBezTo>
                <a:lnTo>
                  <a:pt x="12192000" y="1469873"/>
                </a:lnTo>
                <a:lnTo>
                  <a:pt x="12192000" y="2651526"/>
                </a:lnTo>
                <a:lnTo>
                  <a:pt x="0" y="2651526"/>
                </a:lnTo>
                <a:lnTo>
                  <a:pt x="0" y="441979"/>
                </a:lnTo>
                <a:lnTo>
                  <a:pt x="2979" y="438378"/>
                </a:lnTo>
                <a:lnTo>
                  <a:pt x="2979" y="311491"/>
                </a:lnTo>
                <a:cubicBezTo>
                  <a:pt x="2979" y="311491"/>
                  <a:pt x="979773" y="-5644"/>
                  <a:pt x="2339665" y="77"/>
                </a:cubicBezTo>
                <a:close/>
              </a:path>
            </a:pathLst>
          </a:custGeom>
          <a:solidFill>
            <a:srgbClr val="656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文本框 11"/>
          <p:cNvSpPr txBox="1"/>
          <p:nvPr/>
        </p:nvSpPr>
        <p:spPr>
          <a:xfrm>
            <a:off x="2310348" y="1595346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b="1" dirty="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谢谢观看</a:t>
            </a:r>
            <a:endParaRPr lang="zh-CN" altLang="en-US" sz="9600" b="1" dirty="0">
              <a:ln w="15875"/>
              <a:gradFill>
                <a:gsLst>
                  <a:gs pos="0">
                    <a:schemeClr val="accent1">
                      <a:lumOff val="-19998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8"/>
                    </a:schemeClr>
                  </a:gs>
                </a:gsLst>
                <a:lin ang="0" scaled="0"/>
              </a:gradFill>
              <a:effectLst/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97040" y="6077585"/>
            <a:ext cx="5154295" cy="528955"/>
            <a:chOff x="1088570" y="4118390"/>
            <a:chExt cx="5101801" cy="528955"/>
          </a:xfrm>
        </p:grpSpPr>
        <p:sp>
          <p:nvSpPr>
            <p:cNvPr id="4" name="文本框 3"/>
            <p:cNvSpPr txBox="1"/>
            <p:nvPr/>
          </p:nvSpPr>
          <p:spPr>
            <a:xfrm>
              <a:off x="1396756" y="4125375"/>
              <a:ext cx="2191385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汇报人：龚博宇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algn="ctr"/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" name="iconfont-10019-4889788"/>
            <p:cNvSpPr/>
            <p:nvPr/>
          </p:nvSpPr>
          <p:spPr>
            <a:xfrm>
              <a:off x="1088570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FBEB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99291" y="4118390"/>
              <a:ext cx="2291080" cy="3067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小组成员：龚博宇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袁晨阳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FBEB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1" name="任意多边形: 形状 40"/>
          <p:cNvSpPr/>
          <p:nvPr/>
        </p:nvSpPr>
        <p:spPr>
          <a:xfrm flipH="1">
            <a:off x="0" y="361666"/>
            <a:ext cx="5142719" cy="684286"/>
          </a:xfrm>
          <a:custGeom>
            <a:avLst/>
            <a:gdLst>
              <a:gd name="csX0" fmla="*/ 2585698 w 5142719"/>
              <a:gd name="csY0" fmla="*/ 463 h 684286"/>
              <a:gd name="csX1" fmla="*/ 0 w 5142719"/>
              <a:gd name="csY1" fmla="*/ 413074 h 684286"/>
              <a:gd name="csX2" fmla="*/ 4958467 w 5142719"/>
              <a:gd name="csY2" fmla="*/ 615730 h 684286"/>
              <a:gd name="csX3" fmla="*/ 5142719 w 5142719"/>
              <a:gd name="csY3" fmla="*/ 684286 h 684286"/>
              <a:gd name="csX4" fmla="*/ 5142719 w 5142719"/>
              <a:gd name="csY4" fmla="*/ 473205 h 684286"/>
              <a:gd name="csX5" fmla="*/ 4873306 w 5142719"/>
              <a:gd name="csY5" fmla="*/ 381304 h 684286"/>
              <a:gd name="csX6" fmla="*/ 2585698 w 5142719"/>
              <a:gd name="csY6" fmla="*/ 463 h 684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142719" h="684286">
                <a:moveTo>
                  <a:pt x="2585698" y="463"/>
                </a:moveTo>
                <a:cubicBezTo>
                  <a:pt x="1068919" y="-16033"/>
                  <a:pt x="0" y="413074"/>
                  <a:pt x="0" y="413074"/>
                </a:cubicBezTo>
                <a:cubicBezTo>
                  <a:pt x="0" y="413074"/>
                  <a:pt x="2194121" y="-360417"/>
                  <a:pt x="4958467" y="615730"/>
                </a:cubicBezTo>
                <a:lnTo>
                  <a:pt x="5142719" y="684286"/>
                </a:lnTo>
                <a:lnTo>
                  <a:pt x="5142719" y="473205"/>
                </a:lnTo>
                <a:lnTo>
                  <a:pt x="4873306" y="381304"/>
                </a:lnTo>
                <a:cubicBezTo>
                  <a:pt x="4057121" y="107525"/>
                  <a:pt x="3275143" y="7961"/>
                  <a:pt x="2585698" y="463"/>
                </a:cubicBezTo>
                <a:close/>
              </a:path>
            </a:pathLst>
          </a:custGeom>
          <a:solidFill>
            <a:srgbClr val="DDE7E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2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3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4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5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6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7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8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9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0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1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2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3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4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5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6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7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8.xml><?xml version="1.0" encoding="utf-8"?>
<p:tagLst xmlns:p="http://schemas.openxmlformats.org/presentationml/2006/main">
  <p:tag name="KSO_WM_DIAGRAM_VIRTUALLY_FRAME" val="{&quot;height&quot;:249.7788188976378,&quot;left&quot;:169.04133858267713,&quot;top&quot;:153.06811023622043,&quot;width&quot;:621.9170866141733}"/>
</p:tagLst>
</file>

<file path=ppt/tags/tag19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0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1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2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3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4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5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6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7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8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29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30.xml><?xml version="1.0" encoding="utf-8"?>
<p:tagLst xmlns:p="http://schemas.openxmlformats.org/presentationml/2006/main">
  <p:tag name="KSO_WM_DIAGRAM_VIRTUALLY_FRAME" val="{&quot;height&quot;:393.64068920612465,&quot;left&quot;:0,&quot;top&quot;:57.1,&quot;width&quot;:844.7}"/>
</p:tagLst>
</file>

<file path=ppt/tags/tag3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32.xml><?xml version="1.0" encoding="utf-8"?>
<p:tagLst xmlns:p="http://schemas.openxmlformats.org/presentationml/2006/main">
  <p:tag name="TABLE_ENDDRAG_ORIGIN_RECT" val="701*281"/>
  <p:tag name="TABLE_ENDDRAG_RECT" val="144*115*701*281"/>
</p:tagLst>
</file>

<file path=ppt/tags/tag33.xml><?xml version="1.0" encoding="utf-8"?>
<p:tagLst xmlns:p="http://schemas.openxmlformats.org/presentationml/2006/main">
  <p:tag name="TABLE_ENDDRAG_ORIGIN_RECT" val="738*287"/>
  <p:tag name="TABLE_ENDDRAG_RECT" val="171*216*738*287"/>
</p:tagLst>
</file>

<file path=ppt/tags/tag34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35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36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37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38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39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40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41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42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43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44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45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ags/tag46.xml><?xml version="1.0" encoding="utf-8"?>
<p:tagLst xmlns:p="http://schemas.openxmlformats.org/presentationml/2006/main">
  <p:tag name="KSO_WM_DIAGRAM_VIRTUALLY_FRAME" val="{&quot;height&quot;:367.2738582677165,&quot;left&quot;:74.62503937007874,&quot;top&quot;:115.6,&quot;width&quot;:888.6249606299212}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56C80"/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56C80"/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1574</Words>
  <Application>WPS 演示</Application>
  <PresentationFormat>宽屏</PresentationFormat>
  <Paragraphs>269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HarmonyOS Sans SC Light</vt:lpstr>
      <vt:lpstr>阿里巴巴普惠体 2.0 55 Regular</vt:lpstr>
      <vt:lpstr>微软雅黑</vt:lpstr>
      <vt:lpstr>Arial</vt:lpstr>
      <vt:lpstr>思源宋体 CN Heavy</vt:lpstr>
      <vt:lpstr>HarmonyOS Sans SC Black</vt:lpstr>
      <vt:lpstr>Consolas</vt:lpstr>
      <vt:lpstr>阿里巴巴普惠体 2 55 Regular</vt:lpstr>
      <vt:lpstr>Segoe Print</vt:lpstr>
      <vt:lpstr>Arial Unicode MS</vt:lpstr>
      <vt:lpstr>等线</vt:lpstr>
      <vt:lpstr>HarmonyOS Sans SC Light</vt:lpstr>
      <vt:lpstr>51PPT模板网</vt:lpstr>
      <vt:lpstr>1_51PPT模板网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灰金流线极简风工作汇报分享PPT模板</dc:title>
  <dc:creator>©51PPT模板网（www.51pptmoban.com）</dc:creator>
  <cp:keywords>版权归属：51PPT模板网；</cp:keywords>
  <dc:description>51PPT模板网，幻灯片演示模板及素材免费下载！
51PPT模板网 唯一访问网址：www.51pptmoban.com。</dc:description>
  <cp:lastModifiedBy>袁晨阳</cp:lastModifiedBy>
  <cp:revision>1368</cp:revision>
  <dcterms:created xsi:type="dcterms:W3CDTF">2026-05-24T00:54:00Z</dcterms:created>
  <dcterms:modified xsi:type="dcterms:W3CDTF">2026-09-13T13:42:39Z</dcterms:modified>
  <cp:version>51pptmoban.com（V51PPT-26082501版）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B6D241FB45DB45FCAD47CC721136C36F_13</vt:lpwstr>
  </property>
</Properties>
</file>